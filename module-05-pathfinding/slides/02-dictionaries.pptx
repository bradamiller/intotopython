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5: Dijkstra's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Dictionaries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Create dictionaries with key-value pairs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Access, add, and check for keys in a dictionary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Use tuples as dictionary keys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Represent a grid graph as a dictionary of neighbors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What is a dictionary?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Creating and accessing dictionaries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Representing graphs with dictionaries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Building a grid graph in code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exercise (10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Looking Up a 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"When you look up a word in a real dictionary, what do you need?"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Answer: You need the word (the key) to find its definition (the value).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You don't read the whole dictionary from beginning to end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You go straight to the word and get its definition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Fast, direct lookup!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Python dictionaries work the same way: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Give it a key, get back a value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Instead of words and definitions, we'll use coordinates and neighbors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a Dictionary?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Dictionary: A collection of key-value pairs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A real-world example: student ages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ages = {"Alice": 15, "Bob": 16, "Carol": 15}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print(ages["Alice"])    # 15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print(ages["Bob"])      #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features: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Curly braces: { }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Each entry: key: value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Entries separated by commas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Keys must be unique — no two entries with the same key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Values can repeat — multiple students can be 15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How it differs from a list: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Creating and Accessing Dictionaries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Creating: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Accessing values: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Adding new entries: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happens with a bad key?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Empty dictionary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empty = {}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Dictionary with initial data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scores = {"math": 95, "science": 87, "english": 91}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print(scores["math"])       # 95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print(scores["science"])    # 87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scores["history"] = 88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print(scores)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{"math": 95, "science": 87, "english": 91, "history": 88}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9768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3891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print(scores["art"])    # KeyError! "art" is not in the dictionary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Checking for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Use in to check if a key exists before accessing: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Why this matters for graphs: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Before looking up a node's neighbors, check if it exists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Blocked nodes won't be in our dictionary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if (1, 1) in graph: tells us whether that intersection is accessible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530352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4937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scores = {"math": 95, "science": 87}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if "math" in scores: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print("Math score:", scores["math"])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if "art" in scores: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print("Art score:", scores["art"])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else: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print("No art score found")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30352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108960"/>
            <a:ext cx="4937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Math score: 95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No art score found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Tuples as Dictionary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Remember tuples from Module 4? Tuples are immutable, so they can be dictionary keys!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Check if a coordinate exists: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This is the key idea: We'll use coordinate tuples as keys, and lists of neighbor coordinates as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Dictionary with tuple keys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positions = {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(0, 0): "home",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(2, 3): "school",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(1, 4): "store"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print(positions[(0, 0)])    # "home"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print(positions[(2, 3)])    # "school"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0352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target = (2, 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if target in positions: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print("Found:", positions[target])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Representing a Graph as a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Keys = node coordinates, Values = lists of neighbor coordinates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A simple 2x2 grid: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As a dictionary: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Reading the dictionary: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graph[(0, 0)] returns [(0, 1), (1, 0)] — the neighbors of (0,0)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graph[(1, 1)] returns [(0, 1), (1, 0)] — the neighbors of (1,1)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To find where you can go from (0, 0):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356616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(0,0) --- (0,1)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(1,0) --- (1,1)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56616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6576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graph = {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(0, 0): [(0, 1), (1, 0)],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(0, 1): [(0, 0), (1, 1)],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(1, 0): [(0, 0), (1, 1)],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(1, 1): [(0, 1), (1, 0)]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49240"/>
            <a:ext cx="1097280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neighbors = graph[(0, 0)]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print("From (0,0) I can go to:", neighbors)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From (0,0) I can go to: [(0, 1), (1, 0)]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Building a 3x3 Grid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 3x3 grid with (1, 1) blocked: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As a dictionary (blocked node is simply not included):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Notice: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(1, 1) is NOT a key — it's blocked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(0, 0) no longer lists (1, 0)... wait, it does! But (1, 1) is not in anyone's neighbor list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Blocked nodes disappear from keys AND from all neighbor lists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530352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(0,0) --- (0,1) --- (0,2)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 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(1,0)               (1,2)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 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(2,0) --- (2,1) --- (2,2)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30352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10896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graph = {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(0, 0): [(0, 1), (1, 0)],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(0, 1): [(0, 0), (0, 2)],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(0, 2): [(0, 1), (1, 2)],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(1, 0): [(0, 0), (2, 0)],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(1, 2): [(0, 2), (2, 2)],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(2, 0): [(1, 0), (2, 1)],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(2, 1): [(2, 0), (2, 2)],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(2, 2): [(2, 1), (1, 2)]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Looping Through a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Print all nodes and their neighbors: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Count how many neighbors each node has: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This is useful for understanding the graph structure: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Corner nodes: 2 neighbors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Edge nodes: 3 neighbors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Interior nodes: 4 neighbors (unless neighbors are blocked)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node in graph: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print(node, "--&gt;", graph[node])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9184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3832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 0) --&gt; [(0, 1), (1, 0)]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 1) --&gt; [(0, 0), (0, 2)]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 2) --&gt; [(0, 1), (1, 2)]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7720"/>
            <a:ext cx="1097280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0916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node in graph: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num_neighbors = len(graph[node])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print(node, "has", num_neighbors, "neighbors")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Activity: Build a Graph Dictionary in Python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Open Python and create a dictionary for this 3x3 grid with (1, 2) blocked: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(0,0) --- (0,1) --- (0,2)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(1,0) --- (1,1)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(2,0) --- (2,1) --- (2,2)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Print the neighbors of (0, 0)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Print the neighbors of (1, 1)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Check: is (1, 2) in the graph? Print the result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Loop through the dictionary and print each node with its neighbor count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Can you create a dictionary with tuple keys?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Can you access neighbors with graph[(r, c)]?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Can you check membership with in?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Does your blocked node correctly disappear from all neighbor lists?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Learned dictionaries: key-value pairs with {key: value} syntax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Used tuples as dictionary keys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Represented a grid graph as a dictionary of neighbor lists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3):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 Dijkstra's algorithm — a famous algorithm for finding shortest paths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Uses dictionaries for distances, previous nodes, and the graph itself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Finds the shortest path around obstacles automatically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connection: The graph dictionary you built today is the INPUT to Dijkstra's algorithm. The algorithm reads neighbors from the dictionary to explore paths.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