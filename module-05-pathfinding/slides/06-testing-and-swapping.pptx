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Testing and Swapping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test cases that verify Dijkstra produces correct paths on an obstacle-free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test cases that verify Dijkstra correctly reroutes around blocked nodes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the shape mismatch between compute_manhattan_path and compute_dijkstra_path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a compute_path(algorithm, ...) dispatch function that normalizes the two functions behind one call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 which algorithm a program uses by changing one argument, not rewriting calling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no obstacles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obstacles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shape mismatch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the dispatch function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one-argument swap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Would You Trust Untested Code to Drive Your Car?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"Imagine you wrote the software for a self-driving car. Would you put a passenger in it without testing it first?"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Of course not. You'd test it in simulation, on a closed course, with edge cases and unusual scenarios first.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Our robot is the same. We built build_dijkstra_graph() and compute_dijkstra_path(), but we haven't proven they work yet.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Test them thoroughly, then make it possible to switch between Manhattan and Dijkstra with a single argument.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Shape Mismatch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compute_manhattan_path(position, destination)         -&gt; path, position NOT included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compute_dijkstra_path(position, destination, graph)   -&gt; path, position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These aren't quite interchangeable. Dijkstra needs a graph. And if you compare len() of the two outputs directly, you'll be off by one -- that's not a bug, it's just two different design choices that happened to land differently.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So how do we make the rest of our program not care about this difference?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1 — No Obstacles, Step Count Should Match Manhattan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compute_dijkstra_path((0, 0), (3, 3),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print("Path:", 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print("Path length:", len(path) - 1, "steps")   # -1: Dijkstra includes the start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print("Expected steps (Manhattan distance):",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it. The path length should equal the Manhattan distance: |3-0| + |3-0| = 6.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Note: The exact path may differ from Manhattan's path (Dijkstra might take a different route of the same length), but the NUMBER of steps must be the same.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2 — Blocked Node, Dijkstra Should Reroute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graph_blocked = build_dijkstra_graph(4, 4, [(1, 0)])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path_blocked = compute_dijkstra_path((0, 0), (3, 0), graph_blocked)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print("Path with (1,0) blocked:", path_blocked)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print("Path length:", len(path_blocked) - 1, "steps")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print("Manhattan distance (no obstacles):",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it. The path should avoid (1, 0) entirely, and the path length should be longer than the Manhattan distance of 3.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the Dispatch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One function that hides both algorithms' quirks behind a single, consistent call: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compute_path(algorithm, position, destination, blocked):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"""Compute a path using the named algorithm.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algorithm:   "manhattan" or "dijkstra"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position:    (row, col) tuple, current position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destination: (row, col) tuple, target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blocked:     list of blocked (row, col) tuples (ignored by manhattan)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Returns a list of (row, col) tuples, NOT including position,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no matter which algorithm computed it.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"""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algorithm == "manhattan":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compute_manhattan_path(position, destination)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graph = build_dijkstra_graph(4, 4, blocked)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 = compute_dijkstra_path(position, destination,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path[1:]  # drop the start position to match Manhattan's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it does: picks the right underlying function, and for Dijkstra, slices off the first element so both branches return the same shape of result. Now drive_path() only ever calls compute_path(...) -- it never needs to know the differences exist.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One-Argument Swap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========================================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BEFORE (Module 4 style -- Manhattan only)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========================================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compute_manhattan_path(position, dest)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position, heading = drive_path(path, position, heading)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========================================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AFTER (Module 5 -- either algorithm via one argument)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========================================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compute_path("dijkstra", position, dest, blocked)   # &lt;- only this line changed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position, heading = drive_path(path, position, heading)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That's it. Everything downstream -- drive_path(path, position, heading) -- is completely unaware which algorithm ran.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Side-by-Side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Running compute_path() on the same destinations with blocked nodes [(1,1), (2,2)]: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(0,0)→(1,0)→(2,0)→(2,1)→(2,2)→(2,3)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(0,0)→(0,1)→(0,2)→(0,3)→(1,3)→(2,3)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Manhattan hits blocked (1,1) or (2,2)!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(0, 3)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takeaway: When obstacles are not in the way, both produce paths of the same length. When obstacles block the Manhattan path, Dijkstra finds a working alternative.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Handling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should we test beyond the happy path?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equals 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`[]` — no steps needed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Adjacent destination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`[dest]` — one element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All nodes blocked except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Still finds the only available route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Destination is blocked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(path doesn't exist)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is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(can't begin)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Good programmers test the unusual cases, not just the obvious ones.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Swap Dijkstra into Your Module 4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the compute_path() dispatch function and build_dijkstra_graph()/compute_dijkstra_path() to your Module 4 navigation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every compute_manhattan_path(position, dest) call to compute_path("dijkstra", position, dest, blocked)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 — verify the robot visits all destinations correctly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 — verify the robot takes alternate routes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Try these scenarios: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one intersection on the direct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two adjacent intersections to force a longer detour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intersections that don't affect any paths (should make no difference)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Did you only need to change one line of code to swap pathfinders?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still visit all destinations correctly?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 blocked nodes, does the robot avoid those intersections?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both pathfinders produce the same-length results when nothing is blocked?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Tested Dijkstra with and without obstacles, built a compute_path(algorithm, ...) dispatch function, and swapped Dijkstra into the Module 4 program by changing one argument.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7):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XRP robot's ultrasonic rangefinder to detect real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Read distance measurements from the sensor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Decide when to treat an intersection as blocked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Right now, we hard-code the blocked list. Next lesson, the robot will discover blocked intersections on its own using its rangefinder sensor.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Optional Extension: Courses that also cover classes can see how a shared method signature gives "true polymorphism" -- no dispatch function needed -- see the separate "True Polymorphism with Classes"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