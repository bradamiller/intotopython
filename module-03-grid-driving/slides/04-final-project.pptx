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3: Grid Driving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Module 3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Integrate driving and turning into a complete square pattern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Use a for loop to repeat the drive-and-turn sequence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Debug and refine a program on physical hardware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Verify the robot returns to its starting 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Project overview and requirements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Planning phase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Implementation and testing (25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Demo and reflection (5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The Square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Your mission: Make the robot drive a perfect square on the grid.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The plan: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Each side = 2 intersections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4 sides + 4 right turns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Robot ends where it started!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Think about it: This is just the polygon from Module 1 — but on a grid using line following!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Planning the Square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Draw the path: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66928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Start/End → + → + ┐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   ↓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+      +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↑      ↓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+ ← + ←┘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Each side is identical: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Drive 2 intersections forward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Turn right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Repeat 4 times → complete square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Program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One loop does it all: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669280" cy="2331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board.wait_for_button()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print("Starting square pattern!")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for leg in range(4):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print("Side", leg + 1, "of 4")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drive_intersections(tracker, 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tracker.turn_right()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print("Square complete!")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Each iteration: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Drives 2 intersections forward (one side)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Turns right (one corner)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Repeats for all 4 sides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Project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Your program must include: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Requirement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Points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Uses LineTrack class from Module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Square uses a for loop (not copy-paste)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completes all 4 sides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returns to starting position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Print statements show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Code is readable and organized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Testing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Don't test the full square first!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Step 1: Test one side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Drive 2 intersections and stop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Verify it stops at the right place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Step 2: Test one side + turn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Drive 2, turn right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Verify the turn lines up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Step 3: Test two sides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Use range(2) — half the square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Verify the L-shape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Step 4: Full square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Use range(4)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it come back to start?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Debugging Tips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Robot doesn't return to start?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Check: Are turns exactly 90°? Adjust turn_right() timing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Check: Is it driving exactly 2 intersections? Add print statements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Robot skips an intersection?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Slow down: Reduce base_effort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Check clearing time — too long? Too short?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Robot veers after turning?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The turn might not be finding the line cleanly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Try adding a small delay after turn: time.sleep(0.2)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General strategy: Change ONE thing, test, observe.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Extension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If you finish early: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Challenge A: Bigger Square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Change from 2 to 3 intersections per side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Challenge B: Rectangle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566928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lengths = [2, 3, 2, 3]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for leg in range(4):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drive_intersections(tracker, lengths[leg])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tracker.turn_right()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46888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Challenge C: Left-Turn Square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Use turn_left() instead — square goes the other direction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Challenge D: Figure Eight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Drive a square right, then a square left (touching at one corner)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Activity: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Copy your LineSensor and LineTrack classes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Write the drive_intersections helper function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Write the main program with the for loop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Test incrementally (1 side → 2 sides → full square)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Demo your working square!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the robot complete all 4 sides?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the robot end up near where it started?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your code use a for loop?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 print statements track which side is running?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Reflection and Looking Ahead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Module 3 Summary: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Reused LineTrack class on a grid (code reuse!)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Learned to clear intersections for multi-intersection driving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Sequenced drives and turns for complex paths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Used for loops for repeated patterns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No new Python concepts — just applied what you already know!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Looking ahead to Module 4: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Module 3: YOU decide the path (hardcoded 2 intersections, turn right)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Module 4: The COMPUTER calculates the path (Manhattan algorithm)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You'll give coordinates like (2, 3) and the robot figures out how to get there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The LineTrack class continues to be used!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Big picture: Each module builds on the last. Nothing is wasted.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