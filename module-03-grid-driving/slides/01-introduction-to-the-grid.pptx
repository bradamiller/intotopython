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95"/>
  </p:normalViewPr>
  <p:slideViewPr>
    <p:cSldViewPr snapToGrid="0" snapToObjects="1">
      <p:cViewPr varScale="1">
        <p:scale>
          <a:sx n="120" d="100"/>
          <a:sy n="120" d="100"/>
        </p:scale>
        <p:origin x="80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3: Grid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Introduction to the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Describe the physical grid layout and how intersections are formed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Explain how cross detection from Module 2 maps to grid intersections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Use the LineTrack class to drive to the first intersection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Reuse existing code on a new surface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From circle to grid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Review: LineTrack methods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Guided: Drive to first intersection (15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 (15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From Circle to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Remember Module 2?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You built a LineTrack class that follows lines and detects crosses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Now look at this grid: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Lines running horizontally and vertically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Where they cross = intersection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Each intersection looks just like the cross on the circle!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Question: "Can your Module 2 code work on this grid without changes?"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Answer: Yes! That's the power of code reuse.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Grid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A grid is a network of taped lines: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120848"/>
              </p:ext>
            </p:extLst>
          </p:nvPr>
        </p:nvGraphicFramePr>
        <p:xfrm>
          <a:off x="548640" y="1869204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0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1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2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3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3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rPr dirty="0"/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rPr dirty="0"/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298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rPr dirty="0"/>
              <a:t>Each "+" is an intersection: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Lines connecting them horizontally and vertically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The robot follows lines between intersections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Cross detection tells the robot it has arrived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the Grid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grid is a stepping stone: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Module 2: Follow a circle, detect one cross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Module 3 (now): Navigate a GRID of crosses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Module 4: Use COORDINATES on the grid for pathfinding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Grid navigation = line following + cross detection + turns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You already have all three from Module 2!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Review — LineTrack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Your LineTrack class from Module 2 has three key methods: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2560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 = LineTrack()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Follow the line until an intersection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Turn right onto perpendicular line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Turn left onto perpendicular line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tracker.turn_left()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These three methods are ALL you need for grid navigation!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Driving to the First 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Setup: Place robot on a grid line, behind an intersection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Program: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669280" cy="1874519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 = Board.get_default_board()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 = LineTrack()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print("Driving to first intersection...")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print("Intersection reached!")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50292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happens: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Robot follows the line using proportional control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When both sensors detect the cross → stops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Robot is now AT the intersection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Drive and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After reaching an intersection, you can turn: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6240" y="1911734"/>
            <a:ext cx="5669280" cy="2560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9120" y="2003174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dirty="0" err="1"/>
              <a:t>board.wait_for_button</a:t>
            </a:r>
            <a:r>
              <a:rPr dirty="0"/>
              <a:t>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 dirty="0"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dirty="0" err="1"/>
              <a:t>tracker.track_until_cross</a:t>
            </a:r>
            <a:r>
              <a:rPr dirty="0"/>
              <a:t>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dirty="0"/>
              <a:t>print("At intersection!")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 dirty="0"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dirty="0" err="1"/>
              <a:t>tracker.turn_right</a:t>
            </a:r>
            <a:r>
              <a:rPr dirty="0"/>
              <a:t>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dirty="0"/>
              <a:t>print("Turned right - now on perpendicular line!")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 dirty="0"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dirty="0" err="1"/>
              <a:t>tracker.track_until_cross</a:t>
            </a:r>
            <a:r>
              <a:rPr dirty="0"/>
              <a:t>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dirty="0"/>
              <a:t>print("At next intersection!")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robot: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Follows the line to the first intersection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Turns right onto the crossing line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Follows THAT line to the next intersection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Code Reuse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Module 2 code → Module 3 application: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195210"/>
              </p:ext>
            </p:extLst>
          </p:nvPr>
        </p:nvGraphicFramePr>
        <p:xfrm>
          <a:off x="548640" y="1917050"/>
          <a:ext cx="10058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Module 2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Module 3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Follow circle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Follow grid lines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Detect cross on circle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Detect grid intersection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Turn at cross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Turn at intersection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track_until_cross()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Same method, same code!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turn_right()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rPr dirty="0"/>
                        <a:t>Same method, same code!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2913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rPr dirty="0"/>
              <a:t>Key insight: Good code works in new situations without modification.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Copy your LineSensor and LineTrack classes from Module 2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a program that drives to the first intersection and stops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Verify the robot stops at the right place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Add a turn_right() after reaching the intersection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Add another track_until_cross() to drive to the next intersection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robot stop at the first intersection?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turn line up with the perpendicular line?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robot reach the second intersection after turning?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Saw how the grid relates to Module 2's cross detection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Drove to the first intersection using LineTrack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Added a turn at the intersection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2):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Drive PAST an intersection to reach the next one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Learn the "clear the intersection" technique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 for loops to drive multiple intersections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Challenge: What if you need to go 3 intersections forward? That's next!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758</Words>
  <Application>Microsoft Macintosh PowerPoint</Application>
  <PresentationFormat>Widescreen</PresentationFormat>
  <Paragraphs>144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Miller, Bradley</cp:lastModifiedBy>
  <cp:revision>2</cp:revision>
  <dcterms:created xsi:type="dcterms:W3CDTF">2013-01-27T09:14:16Z</dcterms:created>
  <dcterms:modified xsi:type="dcterms:W3CDTF">2026-03-20T16:48:33Z</dcterms:modified>
  <cp:category/>
</cp:coreProperties>
</file>