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3: Grid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Introduction to the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Describe the physical grid layout and how intersections are formed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Explain how cross detection from Module 2 maps to grid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the driving toolkit to drive to the first intersection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Reuse existing code on a new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From circle to grid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Review: driving toolkit functions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Drive to first intersection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From Circle to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Remember Module 2?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 built a driving toolkit that follows lines and detects crosses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Now look at this grid: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Lines running horizontally and vertically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Where they cross =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Each intersection looks just like the cross on the circle!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"Can your Module 2 code work on this grid without changes?"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Answer: Yes! That's the power of code reuse.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Grid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 grid is a network of taped lines: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0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3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Each "+" is an intersection: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Lines connecting them horizontally and vertically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robot follows lines between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Cross detection tells the robot it has arrived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the Grid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grid is a stepping stone: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2: Follow a circle, detect one cross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3 (now): Navigate a GRID of crosses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4: Use COORDINATES on the grid for pathfinding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Grid navigation = line following + cross detection + turns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 already have all three from Module 2!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Review — Driving Toolkit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Your driving toolkit from Module 2 has three key functions: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Follow the line until an intersection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Turn right onto perpendicular line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Turn left onto perpendicular line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turn_left()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These three methods are ALL you need for grid navigation!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Driving to the First 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Setup: Place robot on a grid line, behind an intersection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Program: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 = Board.get_default_board()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print("Driving to first intersection...")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print("Intersection reached!")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happens: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Robot follows the line using proportional control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When both sensors detect the cross → stops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Robot is now AT the intersection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Drive and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reaching an intersection, you can turn: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print("At intersection!")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print("Turned right - now on perpendicular line!")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print("At next intersection!")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robot: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Follows the line to the first intersection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Turns right onto the crossing line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Follows THAT line to the next intersection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Code Reuse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Module 2 code → Module 3 application: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3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Follow 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Follow grid lines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Detect cross on circle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Detect grid intersection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Turn at 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Turn at intersection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`track_until_cross()`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method, same code!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`turn_right()`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method, same code!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insight: Good code works in new situations without modification.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Copy your sensor and driving toolkits from Module 2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a program that drives to the first intersection and stops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the robot stops at the right place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a turn_right() after reaching the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another track_until_cross() to drive to the next intersection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stop at the first intersection?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turn line up with the perpendicular line?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reach the second intersection after turning?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Saw how the grid relates to Module 2's cross detection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Drove to the first intersection using the driving toolkit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Added a turn at the intersection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2):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 PAST an intersection to reach the next one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the "clear the intersection" technique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for loops to drive multiple intersections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Challenge: What if you need to go 3 intersections forward? That's next!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