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3: Grid Driving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Driving Multiple Intersections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Explain why the robot must clear an intersection before continuing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Write code that drives past an intersection to the next one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Use a for loop to drive a specified number of intersections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Count intersections accurately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The clearing problem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Driving past an intersection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For loops for counting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Practice (15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— The Stuck Robot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Demo: Robot drives to first intersection, stops.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Run track_until_cross() again...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Nothing happens! The robot doesn't move!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Why? The robot is still ON the cross. Both sensors are high. It thinks it's already at an intersection!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Question: "How do we tell the robot to keep going to the NEXT intersection?"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Clearing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After track_until_cross(), the robot is AT the cross: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66928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Line ──────+────── Line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[ROBOT]  ← Sensors right on the cross!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If we call track_until_cross() again: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Both sensors are already above threshold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is_at_cross() returns True immediately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The robot "detects" the intersection it's already on!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Solution: Drive forward briefly to move PAST the cross.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Clearing the 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 fix: Drive forward a short distance after detecting: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669280" cy="23317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Detect the intersection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Clear the intersection (drive past it)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tracker.drivetrain.set_effort(0.3, 0.3)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time.sleep(0.3)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Now we can detect the NEXT intersection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 clearing drive: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Low speed (0.3 effort) — don't go too fast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Short time (0.3 seconds) — just enough to move past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Adjust these values for your robot and grid spacing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Driving Two Intersections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Complete program: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3200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board.wait_for_button()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Intersection 1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print("Driving to intersection 1...")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print("Reached intersection 1!")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Clear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tracker.drivetrain.set_effort(0.3, 0.3)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time.sleep(0.3)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Intersection 2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print("Driving to intersection 2...")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print("Reached intersection 2!")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This works! But what about 5 intersections? 10?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Using a For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 for loop makes it easy to drive any number of intersections: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10972800" cy="2788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0704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intersections = 3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for i in range(intersections):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print("Driving to intersection", i + 1)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print("Reached intersection", i + 1)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Clear (except after the last one!)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if i &lt; intersections - 1: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tracker.drivetrain.set_effort(0.3, 0.3)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time.sleep(0.3)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Why skip clearing on the last intersection?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We want to STOP at the final intersection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That's where we'll turn or end the program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Tracing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For intersections = 3: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37160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Clear?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Drive to intersection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Yes (0 &lt; 2)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Drive to intersection 2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Yes (1 &lt; 2)</a:t>
                      </a:r>
                    </a:p>
                  </a:txBody>
                  <a:tcPr>
                    <a:solidFill>
                      <a:srgbClr val="E8F0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Drive to intersection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latin typeface="Calibri"/>
                        </a:defRPr>
                      </a:pPr>
                      <a:r>
                        <a:t>No (2 &lt; 2 is False)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Result: Robot drives through 3 intersections, stops at the 3rd.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Change to any number: Just change intersections = 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Making It a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Wrap it in a reusable function: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Usage: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This function will be very useful in the final project!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530352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drive_intersections(tracker, count):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for i in range(count):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if i &lt; count - 1: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tracker.drivetrain.set_effort(0.3, 0.3)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time.sleep(0.3)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194560"/>
            <a:ext cx="530352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drive_intersections(tracker, 2)   # Drive 2 intersections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drive_intersections(tracker, 4)   # Drive 4 intersections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Activity: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Write a program that drives exactly 2 intersections and stops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Modify it to drive 3 intersections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Create the drive_intersections(tracker, count) function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Test with different counts (1, 2, 3, 4)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Debugging: If the robot counts wrong: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Add print statements inside the loop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Check that clearing time is appropriate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Make sure you're not clearing after the last intersection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the robot stop at exactly the right intersection?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changing the count change the behavior?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your function work for any count?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Next Lesson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you did today: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Learned why clearing is necessary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Drove multiple intersections with a for loop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Created a reusable drive_intersections function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Next lesson (Lesson 3):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Add TURNS at intersections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Navigate L-shaped and more complex paths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Combine driving and turning in sequences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Preview: drive 2 intersections → turn right → drive 2 more = L-shape!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