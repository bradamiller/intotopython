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A0C4E8"/>
                </a:solidFill>
                <a:latin typeface="Calibri"/>
              </a:defRPr>
            </a:pPr>
            <a:r>
              <a:t>Module 3: Grid Driving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Calibri"/>
              </a:defRPr>
            </a:pPr>
            <a:r>
              <a:t>Driving Multiple Intersections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Learning Objectives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Explain why the robot must clear an intersection before continuing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Write code that drives past an intersection to the next one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Use a for loop to drive a specified number of intersections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Count intersections accurately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310896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Agenda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The clearing problem (10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Driving past an intersection (10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For loops for counting (10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Practice (15 min)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Hook — The Stuck Robot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Demo: Robot drives to first intersection, stops.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Run track_until_cross() again...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Nothing happens! The robot doesn't move!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Why? The robot is still ON the cross. Both sensors are high. It thinks it's already at an intersection!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Question: "How do we tell the robot to keep going to the NEXT intersection?"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Clearing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After track_until_cross(), the robot is AT the cross: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669280" cy="1417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Line ──────+────── Line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 |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[ROBOT]  ← Sensors right on the cross!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 |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 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5029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If we call track_until_cross() again: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Both sensors are already above threshold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is_at_cross() returns True immediately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The robot "detects" the intersection it's already on!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Solution: Drive forward briefly to move PAST the cross.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Clearing the Intersection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The fix: Drive forward a short distance after detecting: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669280" cy="21031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# Detect the intersection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track_until_cross()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# Clear the intersection (drive past it)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clear_intersection()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# Now we can detect the NEXT intersection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track_until_cross()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The clearing drive: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Low speed (0.3 effort) — don't go too fast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Short time (0.3 seconds) — just enough to move past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Adjust these values for your robot and grid spacing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Driving Two Intersections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Complete program: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10972800" cy="3474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607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board.wait_for_button()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# Intersection 1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print("Driving to intersection 1...")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track_until_cross()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print("Reached intersection 1!")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# Clear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clear_intersection()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# Intersection 2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print("Driving to intersection 2...")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track_until_cross()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print("Reached intersection 2!")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257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This works! But what about 5 intersections? 10?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Using a For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A for loop makes it easy to drive any number of intersections: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10972800" cy="2560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607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intersections = 3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for i in range(intersections):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print("Driving to intersection", i + 1)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track_until_cross()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print("Reached intersection", i + 1)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# Clear (except after the last one!)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if i &lt; intersections - 1: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clear_intersection()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343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Why skip clearing on the last intersection?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We want to STOP at the final intersection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That's where we'll turn or end the program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Tracing the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For intersections = 3: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371600"/>
          <a:ext cx="10058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Clear?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Drive to intersection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Yes (0 &lt; 2)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Drive to intersection 2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Yes (1 &lt; 2)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Drive to intersection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No (2 &lt; 2 is False)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017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Result: Robot drives through 3 intersections, stops at the 3rd.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Change to any number: Just change intersections = N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Making It a 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Wrap it in a reusable function: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Usage: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This function will be very useful in the final project!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5303520" cy="1417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4937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def drive_intersections(count):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for i in range(count):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track_until_cross()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if i &lt; count - 1: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clear_intersection()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94560"/>
            <a:ext cx="5303520" cy="1417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4937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drive_intersections(2)   # Drive 2 intersections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drive_intersections(4)   # Drive 4 intersections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Your Turn!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Activity: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Write a program that drives exactly 2 intersections and stops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Modify it to drive 3 intersections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Create the drive_intersections(count) function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Test with different counts (1, 2, 3, 4)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Debugging: If the robot counts wrong: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Add print statements inside the loop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Check that clearing time is appropriate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Make sure you're not clearing after the last intersection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Checkpoints: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Does the robot stop at exactly the right intersection?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Does changing the count change the behavior?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Does your function work for any count?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Connection to Next Lesson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What you did today: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Learned why clearing is necessary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Drove multiple intersections with a for loop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Created a reusable drive_intersections function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Next lesson (Lesson 3):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Add TURNS at intersections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Navigate L-shaped and more complex paths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Combine driving and turning in sequences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Preview: drive 2 intersections → turn right → drive 2 more = L-shape!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