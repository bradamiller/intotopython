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058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A0C4E8"/>
                </a:solidFill>
                <a:latin typeface="Calibri"/>
              </a:defRPr>
            </a:pPr>
            <a:r>
              <a:t>Module 3: Grid Driving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200" b="1">
                <a:solidFill>
                  <a:srgbClr val="FFFFFF"/>
                </a:solidFill>
                <a:latin typeface="Calibri"/>
              </a:defRPr>
            </a:pPr>
            <a:r>
              <a:t>Turning on the Grid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108960"/>
            <a:ext cx="54864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Learning Objectives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Sequence drive and turn operations on the grid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Use turn_right() and turn_left() at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Navigate L-shaped paths on the grid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Plan a path on paper before writing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0" y="31089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B3A5C"/>
                </a:solidFill>
                <a:latin typeface="Calibri"/>
              </a:defRPr>
            </a:pPr>
            <a:r>
              <a:t>Agenda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Turns at intersections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The L-shape path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Planning paths on paper (10 min)</a:t>
            </a:r>
          </a:p>
          <a:p>
            <a:pPr>
              <a:spcAft>
                <a:spcPts val="400"/>
              </a:spcAft>
              <a:defRPr sz="1600" b="0">
                <a:solidFill>
                  <a:srgbClr val="333333"/>
                </a:solidFill>
                <a:latin typeface="Calibri"/>
              </a:defRPr>
            </a:pPr>
            <a:r>
              <a:t>Practice (15 min)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Hook — Making Corners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So far: You can drive any number of intersections in a straight line.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New challenge: What if the destination isn't straight ahead?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Question: "How does the robot turn a corner on the grid?"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Answer: At an intersection, use turn_right() or turn_left() to switch to the perpendicular line!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Turning at an Intersection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The robot must be AT an intersection to turn: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Before turn:        After turn_right():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────+────           ────+────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|                   |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[ROBOT]             [ROBOT] 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What turn_right() does: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Drives forward briefly (clears the intersection)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Spins right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Stops when sensors find the perpendicular line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Key: After turning, the robot is already past the intersection — no extra clearing!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L-Shape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Drive 2 intersections forward, turn right, drive 2 more: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Visual: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Three lines of code, one L-shaped path!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19456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28600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Start → + → + ┐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↓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+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↓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          + ← 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No Clearing After Turns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Important detail: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5669280" cy="21031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After drive_intersections, robot is AT the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turn_right() handles clearing internally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Go straight into next drive — no extra clearing!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645920"/>
            <a:ext cx="50292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</a:defRPr>
            </a:pPr>
            <a:r>
              <a:t>Why? The turn method drives forward as part of the turn. The robot is already past the intersection.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Compare: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Between intersections in a straight line → must clear manually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After a turn → already cleared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Planning Paths on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Before coding, draw your path: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1: Mark the grid on paper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2: Draw the robot's path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Step 3: Write the sequence: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 N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 left/right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Drive M intersections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Turn left/right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...</a:t>
            </a:r>
          </a:p>
          <a:p>
            <a:pPr>
              <a:spcAft>
                <a:spcPts val="400"/>
              </a:spcAft>
              <a:defRPr sz="1800" b="1">
                <a:solidFill>
                  <a:srgbClr val="1B3A5C"/>
                </a:solidFill>
                <a:latin typeface="Calibri"/>
              </a:defRPr>
            </a:pPr>
            <a:r>
              <a:t>Example plan: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4114800"/>
            <a:ext cx="566928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06240"/>
            <a:ext cx="53035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1. Drive 3 intersections forward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2. Turn left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3. Drive 2 intersections forward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4. Turn right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5. Drive 1 intersection forward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4114800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More Path Examples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U-Turn: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Z-Shape: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Staircase: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1945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548640" y="246888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3)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1)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3)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468880"/>
            <a:ext cx="530352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560320"/>
            <a:ext cx="49377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tracker.turn_left()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drive_intersections(tracker, 2)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10972800" cy="14173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114800"/>
            <a:ext cx="106070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for i in range(3):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drive_intersections(tracker, 1)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drive_intersections(tracker, 1)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    tracker.turn_left()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Common Mistakes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Mistake 1: Forgetting to be at intersection before turning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Mistake 2: Clearing after a turn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20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B3A5C"/>
                </a:solidFill>
                <a:latin typeface="Calibri"/>
              </a:defRPr>
            </a:pPr>
            <a:r>
              <a:t>Mistake 3: Wrong turn direction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Plan on paper first!</a:t>
            </a:r>
          </a:p>
          <a:p>
            <a:pPr>
              <a:spcAft>
                <a:spcPts val="400"/>
              </a:spcAft>
              <a:defRPr sz="1600" b="0">
                <a:solidFill>
                  <a:srgbClr val="000000"/>
                </a:solidFill>
                <a:latin typeface="Calibri"/>
              </a:defRPr>
            </a:pPr>
            <a:r>
              <a:t>Remember: turn_right() goes clockwise, turn_left() goes counterclockwise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74320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83464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WRONG — robot is in the middle of a line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CORRECT — drive to intersection first, then turn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tracker.track_until_cross()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743200"/>
            <a:ext cx="5303520" cy="1645920"/>
          </a:xfrm>
          <a:prstGeom prst="roundRect">
            <a:avLst/>
          </a:prstGeom>
          <a:solidFill>
            <a:srgbClr val="F0F0F0"/>
          </a:solidFill>
          <a:ln w="12700">
            <a:solidFill>
              <a:srgbClr val="9999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2834640"/>
            <a:ext cx="4937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# WRONG — double clearing causes skipped intersection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tracker.turn_right()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tracker.drivetrain.set_effort(0.3, 0.3)  # Not needed!</a:t>
            </a:r>
          </a:p>
          <a:p>
            <a:pPr>
              <a:spcAft>
                <a:spcPts val="100"/>
              </a:spcAft>
              <a:defRPr sz="1300">
                <a:solidFill>
                  <a:srgbClr val="333333"/>
                </a:solidFill>
                <a:latin typeface="Courier New"/>
              </a:defRPr>
            </a:pPr>
            <a:r>
              <a:t>time.sleep(0.3)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Turn!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Activity: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Plan an L-shape on paper: 2 forward, right, 2 forward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Code it and test on the robot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Plan a different path (your choice) and code it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Challenge: Plan a path that returns to the starting position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Path ideas to try: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L-shape (2 forward, turn, 2 forward)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U-shape (3 forward, right, 1 right, right, 3 forward)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Staircase (repeat: 1 forward, turn, 1 forward, turn)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Checkpoints: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Does the robot follow your planned path?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Do the turns line up with the grid?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Can you predict where the robot will end up?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Connection to Final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What you did today: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Combined driving and turning on the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Navigated L-shaped and custom paths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Planned paths on paper before coding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Next lesson (Lesson 4 — Final Project):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Drive a complete square on the grid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4 sides, 4 right turns, back to start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Use a for loop to repeat the pattern</a:t>
            </a:r>
          </a:p>
          <a:p>
            <a:pPr>
              <a:spcAft>
                <a:spcPts val="400"/>
              </a:spcAft>
              <a:defRPr sz="1700" b="0">
                <a:solidFill>
                  <a:srgbClr val="000000"/>
                </a:solidFill>
                <a:latin typeface="Calibri"/>
              </a:defRPr>
            </a:pPr>
            <a:r>
              <a:t>The robot drives a closed path!</a:t>
            </a:r>
          </a:p>
          <a:p>
            <a:pPr>
              <a:spcAft>
                <a:spcPts val="400"/>
              </a:spcAft>
              <a:defRPr sz="400" b="0">
                <a:solidFill>
                  <a:srgbClr val="000000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2000" b="1">
                <a:solidFill>
                  <a:srgbClr val="1B3A5C"/>
                </a:solidFill>
                <a:latin typeface="Calibri"/>
              </a:defRPr>
            </a:pPr>
            <a:r>
              <a:t>Preview: The square is just: for i in range(4): drive + turn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