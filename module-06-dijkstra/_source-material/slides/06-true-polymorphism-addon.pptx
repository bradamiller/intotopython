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0C4E8"/>
                </a:solidFill>
                <a:latin typeface="Calibri"/>
              </a:defRPr>
            </a:pPr>
            <a:r>
              <a:t>Module 5: Dijkstra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Calibri"/>
              </a:defRPr>
            </a:pPr>
            <a:r>
              <a:t>True Polymorphism with Classes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Learning Objectives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Test Dijkstra with no blocked nodes and verify it matches Manhattan output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Test Dijkstra with blocked nodes and verify correct rerouting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Explain why a shared interface (compute_path returning list of tuples) enables swapping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Swap Dijkstra into the Module 4 navigation program with minimal code changes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310896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Agenda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Testing with no obstacles (5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Testing with obstacles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Shared interface: why it works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Swapping in the Module 4 program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Side-by-side comparison (5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Practice exercise (10 min)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Hook — The Two-Minute Swap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Imagine you're a mechanic. A customer has a car with a flat tire. You could: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Redesign the entire car to handle flat tires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OR just swap in a new tire that fits the same wheel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Our Navigator class is the car. Manhattan and Dijkstra are the tires.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Because both pathfinders have the same interface — compute_path returning a list of tuples — swapping is quick and painless.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Today: We'll test Dijkstra thoroughly, then swap it into our Module 4 program. It should take about two minutes.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Test 1 — No Blocked Nodes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If nothing is blocked, Dijkstra should find a path the same length as Manhattan.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10972800" cy="384048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607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from manhattan import Manhattan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from dijkstra import Dijkstra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m = Manhattan((0, 0))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 = Dijkstra((0, 0), [])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destinations = [(3, 3), (0, 3), (3, 0), (2, 1)]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for dest in destinations: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m_path = m.compute_path(dest)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d_path = d.compute_path(dest)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print(f"To {dest}:")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print(f"  Manhattan: {m_path}  ({len(m_path)-1} steps)")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print(f"  Dijkstra:  {d_path}  ({len(d_path)-1} steps)")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print(f"  Same length? {len(m_path) == len(d_path)}")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print()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23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Expected: Same number of steps for every destination. The actual nodes in the path may differ, but the length must match.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Test 2 — With Blocked Nodes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Now the real test. Block some intersections and see Dijkstra route around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Verify by hand: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Check: Does the path avoid (1,0) and (1,1)? Does it reach (3,0)? Is it the shortest path around the obstacles?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Try blocking more nodes. What's the minimum number of blocked nodes that makes (3,3) unreachable from (0,0)?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68880"/>
            <a:ext cx="5303520" cy="1874519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493776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blocked = [(1, 0), (1, 1)]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 = Dijkstra((0, 0), blocked)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path = d.compute_path((3, 0))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print("Path:", path)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print("Steps:", len(path) - 1)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468880"/>
            <a:ext cx="5303520" cy="1874519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560320"/>
            <a:ext cx="493776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(0,0) --- (0,1) --- (0,2) --- (0,3)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           |         |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         (1,2) --- (1,3)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|                    |         |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(2,0) --- (2,1) --- (2,2) --- (2,3)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|         |         |         |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(3,0) --- (3,1) --- (3,2) --- (3,3)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Shared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Both Manhattan and Dijkstra have a compute_path method that returns a list of tuples.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371600"/>
          <a:ext cx="100584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Manhattan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Dijkstra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Constructor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`Manhattan(start)`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`Dijkstra(start, blocked)`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`compute_path(dest)`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`compute_path(dest)`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Returns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list of tuples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list of tuples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Handles obstacles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Path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`[(0,0), (1,0), ...]`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`[(0,0), (0,1), ...]`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749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The Navigator class only cares about: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Calling compute_path(destination) on the pathfinder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Getting back a list of tuples representing the path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Navigator doesn't know or care whether Manhattan or Dijkstra computed the path. This is the power of a shared interface.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Swapping in the Module 4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Your Module 4 program probably looks something like this: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To swap in Dijkstra, change just two lines: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  <a:latin typeface="Calibri"/>
              </a:defRPr>
            </a:pPr>
            <a:r>
              <a:t>That's it. The Navigator code, the destination list, and the go_to calls all stay exactly the same.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5303520" cy="2331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49377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from manhattan import Manhattan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from navigator import Navigator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pathfinder = Manhattan((0, 0))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nav = Navigator(pathfinder)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destinations = [(2, 3), (0, 1), (3, 3)]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for dest in destinations: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nav.go_to(dest)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94560"/>
            <a:ext cx="5303520" cy="2331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9377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from dijkstra import Dijkstra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from navigator import Navigator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pathfinder = Dijkstra((0, 0), [(1, 1), (2, 2)])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nav = Navigator(pathfinder)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destinations = [(2, 3), (0, 1), (3, 3)]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for dest in destinations: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nav.go_to(dest)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Side-by-Side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Running both pathfinders on the same destinations with blocked nodes [(1,1), (2,2)]: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371600"/>
          <a:ext cx="10058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Destination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Manhattan Path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Dijkstra Path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(2, 3)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(0,0)→(1,0)→(2,0)→(2,1)→(2,2)→(2,3)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(0,0)→(0,1)→(0,2)→(0,3)→(1,3)→(2,3)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Manhattan hits blocked (1,1) or (2,2)!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(0, 3)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(0,0)→(0,1)→(0,2)→(0,3)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(0,0)→(0,1)→(0,2)→(0,3)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Same — no obstacles on this path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(3, 0)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(0,0)→(1,0)→(2,0)→(3,0)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(0,0)→(1,0)→(2,0)→(3,0)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Same — no obstacles on this path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017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Key takeaway: When obstacles are not in the way, both produce paths of the same length. When obstacles block the Manhattan path, Dijkstra finds a working alternative.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Navigator Needs from a Pathfinder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Let's look at how Navigator uses the pathfinder: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669280" cy="2560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class Navigator: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def __init__(self, pathfinder):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self.pathfinder = pathfinder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def go_to(self, destination):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path = self.pathfinder.compute_path(destination)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for i in range(len(path) - 1):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current = path[i]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next_node = path[i + 1]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self.drive_segment(current, next_node)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  <a:latin typeface="Calibri"/>
              </a:defRPr>
            </a:pPr>
            <a:r>
              <a:t>Navigator calls self.pathfinder.compute_path(destination) and expects a list of tuples back. That's the entire contract.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Manhattan fulfills this contract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Dijkstra fulfills this contract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Any future pathfinder that returns a list of tuples will also work!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This is called programming to an interface — one of the most important ideas in software design.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Handling Edge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What should we test beyond the happy path?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371600"/>
          <a:ext cx="100584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5029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Case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Expected Behavior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Start equals destination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Returns `[start]` — a one-element list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Adjacent destination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Returns `[start, dest]` — two elements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All nodes blocked except 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Still finds the only available route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Destination is blocked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Should handle gracefully (path doesn't exist)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Start is blocked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Should handle gracefully (can't begin)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749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Defensive check you can add: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749040"/>
            <a:ext cx="10972800" cy="1417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607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def compute_path(self, destination):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if destination not in self.graph: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print("Destination is blocked or invalid!")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return []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# ... rest of algorithm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303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Good programmers test the unusual cases, not just the obvious ones.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Your Turn!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Activity: Swap Dijkstra into Your Module 4 Program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Make a copy of your Module 4 navigation program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Replace Manhattan with Dijkstra: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Change the import statement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Change the constructor call, adding a blocked list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Test with no blocked nodes — verify the robot visits all destinations correctly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Test with blocked nodes — verify the robot takes alternate routes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Try these scenarios: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Block one intersection on the direct path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Block two adjacent intersections to force a longer detour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Block intersections that don't affect any paths (should make no difference)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Checkpoints: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Did you only need to change 2 lines of code to swap pathfinders?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Does the robot still visit all destinations correctly?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With blocked nodes, does the robot avoid those intersections?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Do both pathfinders produce the same results when nothing is blocked?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Connection to Next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What you did today: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Tested Dijkstra with and without obstacles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Verified that Dijkstra matches Manhattan when no obstacles exist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Swapped Dijkstra into the Module 4 program with minimal changes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Understood why a shared interface makes swapping easy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Next lesson (Lesson 7):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Use the XRP robot's ultrasonic rangefinder to detect real obstacles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Read distance measurements from the sensor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Decide when to treat an intersection as blocked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Key insight: Right now, we hard-code the blocked list. Next lesson, the robot will discover blocked intersections on its own using its rangefinder sensor.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