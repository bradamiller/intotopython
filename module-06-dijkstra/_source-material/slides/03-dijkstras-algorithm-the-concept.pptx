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Dijkstra's Algorithm — 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Describe the three key data structures used by Dijkstra's algorithm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Trace the algorithm step by step on a small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 a shortest path from the previous-node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Compare Dijkstra's output to Manhattan's output with and without obstacles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big idea: exploring outward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Key data structures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Step-by-step walkthrough on a 3x3 grid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Reconstructing the path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Manhattan vs. Dijkstra comparison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Paper tracing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How Does GPS Find the Fastest Route?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"When Google Maps gives you directions, how does it know the shortest route — especially with road closures?"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It doesn't try every possible route. That would take forever on a real map with millions of roads.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Instead it uses an algorithm similar to Dijkstra's: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Start at your location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Explore nearby intersections first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Spread outward, always picking the closest unvisited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Stop when you reach the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Edsger Dijkstra invented this algorithm in 1956 — and variations of it still power navigation today.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Three Key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Dijkstra's algorithm uses three dictionaries/collections: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`distances`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Shortest known distance from start to each node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`previous`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dictionary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Which node we came from to reach each node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`visited`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Nodes we've finished processing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Initial setup (starting from (0,0)):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distances = {(0,0): 0}      # Start node is distance 0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previous  = {(0,0): None}   # Start node has no previous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   = []               # Nothing visited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Every other node starts with no entry — meaning distance is unknown (infinity).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Algorithm —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Repeat: Pick the unvisited node with the smallest distance, visit its neighbors, mark it visited.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 more detail: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From all unvisited nodes that have a known distance, pick the one with the smallest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each of that node's neighbors: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the neighbor hasn't been visited AND the new distance is shorter (or first time seen):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 its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Record where we came from (previous)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the current node as visited (done with it)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until the destination is visited (or no nodes left)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 with (1, 1) blocked. Find shortest path from (0,0) to (2,2).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Graph dictionary: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Starting state: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(1,0)               (1,2)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(0,0): [(0,1), (1,0)],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(0,1): [(0,0), (0,2)],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(0,2): [(0,1), (1,2)],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(1,0): [(0,0), (2,0)],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(1,2): [(0,2), (2,2)],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(2,0): [(1,0), (2,1)],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(2,1): [(2,0), (2,2)],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(2,2): [(2,1), (1,2)]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0972800" cy="3200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607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distances: {(0,0): 0}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previous:  {(0,0): None}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visited:  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Steps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Visit (0,0) — distance 0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(0,1) and (1,0)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(0,1): distance = 0 + 1 = 1, previous =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(1,0): distance = 0 + 1 = 1, previous =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(0,0) visited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distances: {(0,0): 0, (0,1): 1, (1,0): 1}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previous:  {(0,0): None, (0,1): (0,0), (1,0): (0,0)}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visited:   [(0,0)]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Step 2: Visit (0,1) — distance 1 (pick either node with distance 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(0,0) already visited, (0,2) unseen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(0,2): distance = 1 + 1 = 2, previous = (0,1)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(0,1) visited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distances: {(0,0): 0, (0,1): 1, (1,0): 1, (0,2): 2}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visited:   [(0,0), (0,1)]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Visit (1,0) — distance 1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(0,0) already visited, (2,0) unseen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Steps 4-6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4: Visit (0,2) — distance 2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(0,1) visited, (1,2)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(1,2): distance = 2 + 1 = 3, previous = (0,2)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(0,2) visited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5: Visit (2,0) — distance 2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(1,0) visited, (2,1)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(2,1): distance = 2 + 1 = 3, previous = (2,0)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(2,0) visited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6: Visit (1,2) — distance 3 (pick either node with distance 3)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(0,2) visited, (2,2)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(2,2): distance = 3 + 1 = 4, previous = (1,2)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(1,2) visited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(2,2) is our destination! We could stop here, but let's see the full result.)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Final distances from (0,0):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8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(0,0): 0    (0,1): 1    (0,2): 2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(1,0): 1                (1,2): 3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(2,0): 2    (2,1): 3    (2,2):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2120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Reconstructing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previous dictionary tells us how to trace back from destination to start: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1097280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previous = {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(0,0): None,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(0,1): (0,0),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(0,2): (0,1),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(1,0): (0,0),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(1,2): (0,2),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(2,0): (1,0),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(2,1): (2,0),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(2,2): (1,2)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Trace back from (2,2):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(2,2) came from (1,2)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(1,2) came from (0,2)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(0,2) came from (0,1)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(0,1) came from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(0,0) has previous = None — we're at the start!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Manhattan vs.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 obstacles — same result: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 to 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(0,0)→(1,0)→(2,0)→(2,1)→(2,2)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Could find same or different 4-step path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shortest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shortest distance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(1,1) blocked — different paths: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0175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 to 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 **STUCK at (1,1)!**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(0,0)→(0,1)→(0,2)→(1,2)→(2,2)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Cannot complete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Finds shortest path around obstacle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design insight: compute_dijkstra_path() returns a list of tuples — the same format as compute_manhattan_path(). So drive_path() doesn't need to change!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Trace Dijkstra by Hand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this 3x3 grid with (0, 1) blocked. Find the shortest path from (0, 0) to (0, 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(0,0)           (0,2)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(1,0) --- (1,1) --- (1,2)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|         |       |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Fill in this table as you trace: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Then reconstruct the path using the previous dictionary.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pick the correct next node (smallest distance, unvisited)?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update neighbor distances correctly?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trace back through the previous dictionary to build the path?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How many steps does the path take?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the three data structures: distances, previous, visited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Dijkstra's algorithm step by step on a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Reconstructed the shortest path from the previous dictionary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Compared Dijkstra to Manhattan pathfinding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4):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Dijkstra's algorithm as Python functions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Design compute_dijkstra_path(position, destination, graph) to return a list of tuples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return shape as compute_manhattan_path() — so drive_path() works with both!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You traced the algorithm by hand today. Next lesson, you'll teach the computer to do the exact same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