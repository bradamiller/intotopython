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A0C4E8"/>
                </a:solidFill>
                <a:latin typeface="Calibri"/>
              </a:defRPr>
            </a:pPr>
            <a:r>
              <a:t>Module 5: Dijkstra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200" b="1">
                <a:solidFill>
                  <a:srgbClr val="FFFFFF"/>
                </a:solidFill>
                <a:latin typeface="Calibri"/>
              </a:defRPr>
            </a:pPr>
            <a:r>
              <a:t>The Dijkstra Functions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08960"/>
            <a:ext cx="5486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B3A5C"/>
                </a:solidFill>
                <a:latin typeface="Calibri"/>
              </a:defRPr>
            </a:pPr>
            <a:r>
              <a:t>Learning Objectives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Design build_dijkstra_graph(rows, cols, blocked) and the compute_dijkstra_path(position, destination, graph) signature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Build a graph dictionary from a 4x4 grid, excluding blocked nodes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Test graph construction by printing and inspecting the dictionary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Understand how compute_dijkstra_path will share a return shape with compute_manhattan_path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3108960"/>
            <a:ext cx="4572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B3A5C"/>
                </a:solidFill>
                <a:latin typeface="Calibri"/>
              </a:defRPr>
            </a:pPr>
            <a:r>
              <a:t>Agenda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Function design overview (5 min)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Building the graph: bounds checks and blocked nodes (15 min)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Testing graph construction (10 min)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Practice exercise (15 min)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Hook — From Paper to 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Last lesson you traced Dijkstra's algorithm by hand on paper. You used a graph dictionary like this: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10972800" cy="14173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6070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graph = {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(0,0): [(0,1), (1,0)],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(0,1): [(0,0), (0,2)],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...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00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Question: "Who wants to write that dictionary by hand for a 4x4 grid with 16 nodes?"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Nobody! That's 16 entries, each with up to 4 neighbors. Tedious and error-prone.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Today: We'll write a function that builds the graph automatically — and handles blocked nodes for us.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Two Functions, Built in Stages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Dijkstra needs two capabilities, so we write two functions: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build_dijkstra_graph(rows, cols, blocked) — build the graph, skipping blocked intersections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compute_dijkstra_path(position, destination, graph) — compute a path from position to destination (next lesson!)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10972800" cy="16459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10607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def build_dijkstra_graph(rows, cols, blocked):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# Create and return the graph dictionary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def compute_dijkstra_path(position, destination, graph):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# Run Dijkstra's algorithm (next lesson!)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# For now: a placeholder that returns []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794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Key design decision: compute_dijkstra_path will return a list of tuples — the same shape as compute_manhattan_path. That means drive_path() can use either one!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build_dijkstra_graph — The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Goal: Create a dictionary where each unblocked node maps to its list of unblocked neighbors.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Strategy: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Loop through every row and column in the grid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Skip any position that is in the blocked list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For the current position, check all 4 directions (up, down, left, right)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If a neighbor exists (in bounds) and is not blocked, add it to the neighbor list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Store the position and its neighbors in the dictionary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Why check bounds one direction at a time? No directions list needed -- four explicit if checks read clearly for students who haven't seen loops-over-tuples yet.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build_dijkstra_graph — The Code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10972800" cy="411480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070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def build_dijkstra_graph(rows, cols, blocked):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graph = {}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for row in range(rows):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    for col in range(cols):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        # Skip blocked nodes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        if (row, col) in blocked: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            continue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        # Build neighbor list, excluding blocked neighbors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        neighbors = []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        if row &gt; 0 and (row - 1, col) not in blocked: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            neighbors.append((row - 1, col))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        if row &lt; rows - 1 and (row + 1, col) not in blocked: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            neighbors.append((row + 1, col))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        if col &gt; 0 and (row, col - 1) not in blocked: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            neighbors.append((row, col - 1))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        if col &lt; cols - 1 and (row, col + 1) not in blocked: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            neighbors.append((row, col + 1))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        graph[(row, col)] = neighbors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return graph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623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continue skips to the next iteration — it means "this one doesn't qualify, move on."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Understanding the Bounds Checks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Why do we need bounds checking?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Consider node (0, 0) checking one row up: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20240"/>
            <a:ext cx="5669280" cy="7315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row - 1 = -1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92024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000000"/>
                </a:solidFill>
                <a:latin typeface="Calibri"/>
              </a:defRPr>
            </a:pPr>
            <a:r>
              <a:t>Row -1 doesn't exist! The check row &gt; 0 protects against it.</a:t>
            </a:r>
          </a:p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All the checks explained: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Edge and corner nodes naturally get fewer neighbors because some directions fail the bounds check.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Testing Graph Construction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Always test your code! Print the graph and verify it makes sense.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Expected output (partial):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Verify these things: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(1, 1) does NOT appear as a key (it's blocked)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(1, 1) does NOT appear in any neighbor list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(0, 0) has exactly 2 neighbors (corner node)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(0, 1) has exactly 2 neighbors — it lost (1, 1) as a neighbor!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291840"/>
            <a:ext cx="5303520" cy="14173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383280"/>
            <a:ext cx="49377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graph = build_dijkstra_graph(4, 4, [(1, 1)])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for node in graph: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print(node, "-&gt;", graph[node])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291840"/>
            <a:ext cx="5303520" cy="14173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3383280"/>
            <a:ext cx="49377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(0, 0) -&gt; [(1, 0), (0, 1)]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(0, 1) -&gt; [(0, 0), (0, 2)]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(1, 0) -&gt; [(0, 0), (2, 0)]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(1, 2) -&gt; [(0, 2), (2, 2)]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...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Graph as a Picture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Visualizing the graph with (1,1) blocked on a 4x4 grid: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Count the nodes: 15 (16 minus 1 blocked)</a:t>
            </a:r>
          </a:p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Check your dictionary: len(graph) should equal 15.</a:t>
            </a:r>
          </a:p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Check a specific node: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468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000000"/>
                </a:solidFill>
                <a:latin typeface="Calibri"/>
              </a:defRPr>
            </a:pPr>
            <a:r>
              <a:t>This is a great way to catch bugs early — compare the picture to the dictionary.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743200"/>
            <a:ext cx="5303520" cy="1874519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834640"/>
            <a:ext cx="4937760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(0,0) --- (0,1) --- (0,2) --- (0,3)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|         |         |         |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(1,0)               (1,2) --- (1,3)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|         |         |         |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(2,0) --- (2,1) --- (2,2) --- (2,3)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|         |         |         |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(3,0) --- (3,1) --- (3,2) --- (3,3)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743200"/>
            <a:ext cx="5303520" cy="1874519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834640"/>
            <a:ext cx="4937760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print(graph[(2,1)])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# (1, 1) is blocked, so: [(2, 0), (3, 1), (2, 2)]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Your Turn!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Activity: Build the Dijkstra Functions (Part 1)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Create a new file called dijkstra.py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Implement build_dijkstra_graph(rows, cols, blocked)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Add a placeholder compute_dijkstra_path(position, destination, graph) that just prints its arguments and returns []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Test with no blocked nodes: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377440"/>
            <a:ext cx="10972800" cy="11887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10607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graph = build_dijkstra_graph(4, 4, [])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print(len(graph))       # Should be 16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print(graph[(0, 0)])    # Should have 2 neighbors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print(graph[(1, 1)])    # Should have 4 neighbors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703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Test with blocked nodes: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977640"/>
            <a:ext cx="10972800" cy="11887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069080"/>
            <a:ext cx="10607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graph = build_dijkstra_graph(4, 4, [(1, 1), (2, 2)])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print(len(graph))       # Should be 14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# Verify (1,1) and (2,2) are not keys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# Verify they don't appear in any neighbor lists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303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Checkpoints: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What's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Today: You built build_dijkstra_graph() and the compute_dijkstra_path() signature — the graph builder is complete, the pathfinder is a placeholder.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Next lesson (Lesson 5):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Implement compute_dijkstra_path(position, destination, graph) — the heart of Dijkstra's algorithm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Use the distances, previous, and visited data structures from Lesson 3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Return a list of tuples — the path from start to destination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Key insight: Today you built the map. Next lesson, you'll navigate it.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Optional Extension: Courses that also cover classes can package these same two functions inside a Dijkstra class -- see the separate "The Dijkstra Class" deck.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