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A0C4E8"/>
                </a:solidFill>
                <a:latin typeface="Calibri"/>
              </a:defRPr>
            </a:pPr>
            <a:r>
              <a:t>Module 1: Driving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Calibri"/>
              </a:defRPr>
            </a:pPr>
            <a:r>
              <a:t>Python Loops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5486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3A5C"/>
                </a:solidFill>
                <a:latin typeface="Calibri"/>
              </a:defRPr>
            </a:pPr>
            <a:r>
              <a:t>Learning Objectives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Understand for loop syntax in Python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Use range() to generate sequences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Convert Blockly repeat blocks to Python for loops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Apply loops to robot programming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310896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3A5C"/>
                </a:solidFill>
                <a:latin typeface="Calibri"/>
              </a:defRPr>
            </a:pPr>
            <a:r>
              <a:t>Agenda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Python syntax introduction (5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for loop &amp; range() (8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Guided: Convert Blockly to Python (8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Practice: Write Python loops (14 min)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Hook - Text Programming Begins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Blockly vs. Python: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Blockly (Visual):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Python (Text):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Question: "Can you translate blocks into text code?"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468880"/>
            <a:ext cx="5303520" cy="9601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Repeat 4 times: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[Straight block]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[Turn block]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468880"/>
            <a:ext cx="5303520" cy="9601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56032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for i in range(4):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drivetrain.straight(30)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drivetrain.turn(90)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For Loop Syntax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Python for loop basic structure: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669280" cy="9601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for i in range(4):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# Code here runs 4 times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print("Hello")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645920"/>
            <a:ext cx="5029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Breaking it down: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for - Keyword: start a loop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i - Loop variable (counts 0, 1, 2, 3)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range(4) - Generate numbers 0 through 3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: - Colon ends the for line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Indented code - Runs each loop iteration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Key Point: Indentation matters in Python!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Understanding range()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range(4) produces: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Examples: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The Rule: range(n) gives n values: 0 to n-1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For Robots: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48640" y="2743200"/>
            <a:ext cx="5303520" cy="11887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range(4) → [0, 1, 2, 3]  # Four values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743200"/>
            <a:ext cx="5303520" cy="11887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83464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range(3)  → [0, 1, 2]           # 3 values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range(1)  → [0]                 # 1 value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range(0)  → []                  # 0 values (empty)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range(10) → [0, 1, 2, ... 9]   # 10 values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069080"/>
            <a:ext cx="10972800" cy="7315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16052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for i in range(4):        # Loop 4 times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# ... do something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Loop Variable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What's the loop variable (i)?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It changes each iteration: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5669280" cy="21031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5303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for i in range(4):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print(i)    # What prints?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# Output: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# 0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# 1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# 2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#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920240"/>
            <a:ext cx="5029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Common Uses: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Not used - Just repeat code (most common for robots)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Used in math - side_length = i * 10 (grow each iteration)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Used in print - print(f"Trial {i}")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For Robot Loops: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Usually you DON'T use the loop variable itself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Blockly → Python Triangle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Blockly: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Python: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Translation Rules: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Repeat N times → for i in range(N):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Indented code inside → Code inside the for loop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Straight(distance) → drivetrain.straight(distance)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Turn(angle) → drivetrain.turn(angle)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Try it: Write the template, then fill in the XRP commands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566160"/>
            <a:ext cx="5303520" cy="9601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Repeat 3 times: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Straight(30)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Turn(120)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566160"/>
            <a:ext cx="5303520" cy="9601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365760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for i in range(3):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drivetrain.straight(30)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drivetrain.turn(120)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Indentation is Critical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CORRECT - Indented code in loop: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WRONG - Code not indented: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WRONG - Too much indentation: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Python Rule: Indentation = code block structure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68880"/>
            <a:ext cx="5303520" cy="7315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for i in range(3):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print("inside loop")   # ✓ Indented - runs 3 times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468880"/>
            <a:ext cx="5303520" cy="7315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56032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for i in range(3):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print("inside loop")       # ✗ NOT indented - syntax error!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337560"/>
            <a:ext cx="10972800" cy="7315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42900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for i in range(3):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print("inside loop")   # ✗ Wrong indent level - error!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Nested Loops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Loop inside a loop: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Output: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Total runs: 3 × 2 = 6 iterations of innermost code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For Robots: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48640" y="2743200"/>
            <a:ext cx="5303520" cy="23317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493776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for i in range(3):              # Outer loop: 3 times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print("Outer:", i)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for j in range(2):          # Inner loop: 2 times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print("  Inner:", j)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743200"/>
            <a:ext cx="5303520" cy="23317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834640"/>
            <a:ext cx="493776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Outer: 0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Inner: 0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Inner: 1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Outer: 1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Inner: 0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Inner: 1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Outer: 2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Inner: 0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Inner: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212080"/>
            <a:ext cx="10972800" cy="16459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303520"/>
            <a:ext cx="10607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for i in range(5):              # Draw 5 shapes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for j in range(4):          # Each shape has 4 sides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drivetrain.straight(25)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drivetrain.turn(90)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# After each 4-side square, move to next position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drivetrain.straight(100)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Loop with Variables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Conditional Loop (loop while condition true):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669280" cy="14173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distance = 10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while distance &lt; 100: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drivetrain.straight(distance)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distance = distance + 10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645920"/>
            <a:ext cx="50292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Runs: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Goes 10cm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Goes 20cm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Goes 30cm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...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Goes 90cm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Stops at 100cm (condition false)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Difference: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for loop - Fixed number of iterations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while loop - Runs while condition is true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Note: while loops need careful design (can accidentally infinite loop!)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Common Loop Errors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Error 1: Indentation wrong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Error 2: Off-by-one with range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Error 3: Forgetting colon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Fix: Compare with correct syntax, check colons and indents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68880"/>
            <a:ext cx="5303520" cy="11887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for i in range(4):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drivetrain.straight(30)    # Wrong - different indent levels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drivetrain.turn(90)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→ SyntaxError: unexpected indent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468880"/>
            <a:ext cx="5303520" cy="11887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56032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for i in range(4):      # Runs 4 times (i = 0,1,2,3)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...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# NOT 5 times!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794760"/>
            <a:ext cx="10972800" cy="9601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886200"/>
            <a:ext cx="10607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for i in range(4)   # Missing 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print(i)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→ SyntaxError: expected ':'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Practice Exercises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Exercise 1: Square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Exercise 2: Pentagon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Exercise 3: Nested Pattern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48640" y="2468880"/>
            <a:ext cx="5303520" cy="11887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# Write a for loop that draws a square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for i in range(???):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drivetrain.straight(30)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drivetrain.turn(90)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468880"/>
            <a:ext cx="5303520" cy="11887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56032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# Write a for loop that draws a pentagon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for i in range(???):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drivetrain.straight(25)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drivetrain.turn(???)  # What's the angle?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794760"/>
            <a:ext cx="10972800" cy="14173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886200"/>
            <a:ext cx="106070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# Write nested loops that: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# - Repeat 3 times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# - Each time: Turn 90, then move forward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for i in range(3):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# Your code here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Connection to Functions (Lesson 10)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Preview: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Today: Loops make code repeat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Next lesson: Functions make code reusable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Combined: Functions WITH loops = powerful!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Python function with loop (spoiler):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743200"/>
            <a:ext cx="5669280" cy="23317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53035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def draw_polygon(sides, distance):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angle = 360 / sides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for i in range(sides):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drivetrain.straight(distance)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drivetrain.turn(angle)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draw_polygon(4, 30)   # Draw square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draw_polygon(5, 25)   # Draw pentagon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2743200"/>
            <a:ext cx="50292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Teaser: "Combine these tools and code becomes elegant!"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