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Meet the XRP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Identify parts of the XRP robot and their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Upload and run your first Blockly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robot coordinate system and movement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confidence with hands-on robotics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Hardware tour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Safety &amp; best practices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First program demo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Hands-on practice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What Is a Robot?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"What makes something a robot?"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Photos of different robots (factory robot, room vacuum, Mars rover, humanoid)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Discussion: What do they have in common?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Senses (sensors)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Thinking (code)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Action (motors)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Transition: "The XRP has all three. Let's build one!"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Meet Your Robot - The XRP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is XRP?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Stands for: eXploring Robotics Project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Built at Worcester Polytechnic Institute (WPI)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Educational platform for learning programming &amp; robotics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Size &amp; Specs: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Wheeled robot ~20cm long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Powered by rechargeable battery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Connects to computer via USB or Bluetooth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Runs MicroPython (robot language)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Robot Part 1 -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Controller Board: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"brain" of the robot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Controls motors, reads sensors, runs your code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Three buttons: Reset, Boot Sel, User (for programs)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Power switch on side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Photo of board with labels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What's the brain of YOUR robot at home?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Robot Part 2 - The Motors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Drive Motors (Left &amp; Right):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Two motor-driven wheels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With encoders (measure rotation)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Controlled independently or together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Power the robot's movement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Optional Motors (3 &amp; 4):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Additional motors for mechanisms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Servo motor for arm/gripper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Demo: Show motors spinning when powered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Robot Part 3 - The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Sensors on XRP: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Motor Encoders: Know how far wheels have turned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Rangefinder: Detect objects in front (ultrasonic)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Reflectance sensors: Detect surface color/darkness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IMU (Inertial Measurement Unit): Know robot heading &amp; tilt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User button: Trigger programs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sensors?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Let robot "see" and "feel" the world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for navigation, collision detection, line-following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to Blockly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is Blockly?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Visual programming language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Drag-and-drop blocks (no typing)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Blocks snap together like puzzle pieces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Blockly → Python (translation happens automatically)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Where?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XRPCode website: https://xrpcode.wpi.edu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Works in Chrome or Edge browser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installation needed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Screenshot of Blockly palette with categories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Your First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Program Flow: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Wait for button press (safe start)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 on LED (visual feedback)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 straight 30cm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 90°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Report "Complete!"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Blockly Blocks Needed: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Control Board → Wait for button press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LED → Turn LED 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Drivetrain → Straight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Drivetrain → Turn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Text → Print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Demo loading and running program on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Movement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Straight Block: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Parameter: Distance (cm)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Parameter: Effort (power 0-1)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drives forward and stops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Turn Block: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Parameter: Angle (degrees)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Parameter: Effort (power 0-1)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Uses IMU to turn precisely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Positive = counterclockwise, Negative = clockwise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Interactive: Ask students what distance/angle they'd like to test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Safety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Before Running Code: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 the floor is clear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Know where the robot will drive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Be ready to stop it if needed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Battery safe? (No overcharging)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Secure any loose cables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During Program: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Stand back when code runs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Don't block the robot's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Watch for signs of problems (wheel slip, spinning, stuck)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After Program: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Stop the robot (power off)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 for damage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Document what happened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Open xrpcode.wpi.edu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new Blockly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Build: Wait → Straight(30) → Turn(90) → Print "Done"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on your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Program loads without errors?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moves forward?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turns?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Program finishes?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Success: Your first robot program works!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Met the robot hardware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basic movement blocks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Uploaded and ran code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Repeat blocks to make shapes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Combine straight + turn in loops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about angles and geometry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Challenge: How would you make the robot draw a square?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