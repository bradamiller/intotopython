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Parameters &amp; Customization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Add parameters to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parameters to customize function behavior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Pass arguments when calling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parameter order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Parameters vs. arguments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Adding parameters to functions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Create customizable function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Practice: Parameters in action (20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The Customization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Scenario: You created draw_triangle in Lesson 3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"What if you want to draw triangles of DIFFERENT SIZES?"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Existing Problem: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draw_triangle always draws 25 cm sides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To draw 50 cm triangle, need a NEW function: draw_big_triangle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To draw 15 cm triangle, need ANOTHER function: draw_small_triangle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This creates code duplication!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Solution: Parameters let ONE function be flexible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Parameters vs. Arguments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Parameter: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Placeholder in function definition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"This function needs a SIZE value"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Like a variable for the function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Argument: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Actual value you pass when calling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"Here's the size: 30"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value you provide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Analogy: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Parameter: Recipe says "Add X cups of flour"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Argument: When cooking, you decide X=2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Code Example (Blockly):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663440"/>
            <a:ext cx="566928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53035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draw_triangle with parameter: size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3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Straight(size)          ← Uses parameter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 argument: 25   ← You provide value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 argument: 50   ← Different value, same function!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663440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Adding Parameters to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 Blockly: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1: Create Function → Name: draw_triangle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2: Add "parameter" button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Adds placeholder to function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3: Name parameter: size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4: Use size in blocks instead of fixed number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Before: Straight(25)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After: Straight(size)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Result: Function now accepts any size value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Calling with Different Arguments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Same function, different sizes: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 argument: 25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 argument: 50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 argument: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Happens: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1st call: size=25 → draws 25cm triangle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2nd call: size=50 → draws 50cm triangle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3rd call: size=15 → draws 15cm triangle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One function, three different triangles!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Multiple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Add effort parameter for speed control: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Now you can control: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size: How big the triangle is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effort: How fast the robot moves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Calling: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draw_triangle with parameters: size, effort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3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Straight(size, max_effort=effort)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Turn(120, max_effort=effort)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 arguments: 25, 0.3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 arguments: 50, 0.8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Parameter Order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Calling (CORRECT):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Calling (WRONG):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Rule: Arguments must match parameter order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Real Example: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Correct: draw_triangle(25, 0.5) = 25cm triangle at 0.5 speed ✓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Wrong: draw_triangle(0.5, 25) = tries to go 0.5cm at 25 effort 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draw_triangle with parameters: size, effort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with: 30,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     ↓   ↓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   size effort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with: 0.5, 30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     ↓    ↓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effort where size goes! Disaster!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Parameter Types &amp; 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Valid values for parameters: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Distance Parameters: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0 to 1000 cm (typical robot distances)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25, 50, 75, 100 all reasonable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Effort Parameters: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0.0 to 1.0 (0% to 100% power)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0.3 (30%, slow), 0.7 (70%, fast)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Angle Parameters: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0 to 360 degrees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90, 120, 72 common for shapes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Count Parameters: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Positive integers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3, 4, 5, 6 sides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Flexible Shape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Create a more general function: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Note: Still draws squares (4 sides, 90° turn)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Callsites: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Flexibility gains: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One function, many sizes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One function, many speeds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✗ Still only draws squares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draw_shape with parameters: distance, effort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4 times: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Straight(distance, max_effort=effort)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Turn(90, max_effort=effort)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draw_shape with: 30, 0.5    ← 30cm square, slow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draw_shape with: 50, 0.8    ← 50cm square, fast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Comparison: Fixed vs. Parameterized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Without Parameters: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With Parameters: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draw_small_triangle: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3: Straight(20),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draw_medium_triangle: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3: Straight(35),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draw_large_triangle: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3: Straight(50),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Three functions, lots of duplication!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Define draw_triangle with parameter: size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Repeat 3: Straight(size), Turn(120)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with: 20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with: 35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Call draw_triangle with: 50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One function, infinite sizes!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"Parameters are different than normal variables"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Not quite! Parameters ARE variables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They're just defined in function header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Scope limited to inside the function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"I can rearrange argument order"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NO! Order is fixed by parameter order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draw_triangle(30, 0.5) ≠ draw_triangle(0.5, 30)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First argument always goes to first parameter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"Parameters must be numbers"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True for robot functions (distances, angles, efforts)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 advanced Python, could be text or other types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Polygon Challenge (Lesson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Preview: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Today: Flexible triangle and square functions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Next lesson: Even more flexible - POLYGON function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draw_polygon(sides, distance, effort)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Draw ANY number of sides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With ANY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At ANY speed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Teaser: "With 3 parameters, you can draw infinite shapes!"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