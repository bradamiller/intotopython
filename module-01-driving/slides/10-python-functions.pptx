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1: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Python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Write function definitions using def syntax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parameters and arguments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Return values from functions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scope and variable lifetime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Apply functions to robot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Function syntax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Parameters &amp; arguments (8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Guided: Build polygon function (8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Practice: Write custom functions (14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- Code Organization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Blockly Functions (from earlier):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Python Same Concept: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Question: "Can you organize Python code into reusable chunks?"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Define draw_triangle: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[Blocks...]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draw_triangle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draw_triangle  ← Reuses same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draw_triangle():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drivetrain.straight(30)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drivetrain.turn(120)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draw_triangle()  # Calls it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draw_triangle()  # Reuses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Function Definition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Basic Python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Breaking it down: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def - Keyword: define a function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function_name - You choose the name (lowercase, underscores)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() - Empty parentheses (we'll add parameters later)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: - Colon ends the def line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Indented code - Body of function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Calling it: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84048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function_name():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Code here runs when called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print("Hello")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drivetrain.straight(50)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function_name()      # Parentheses required!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Function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Function WITH parameters: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draw_polygon(sides, distance):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drivetrain.straight(distance)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drivetrain.turn(angle)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Parameters: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sides - How many sides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distance - Length of each side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Calling with arguments: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097280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draw_polygon(3, 25)   # Triangle, 25cm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draw_polygon(4, 30)   # Square, 30cm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draw_polygon(5, 20)   # Pentagon, 20cm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Rules: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Parameter order matters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Argument count must match parameter count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Python = dynamic (arguments can be numbers OR variables)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Blockly → Python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Blockly Definition: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Python Equivalent: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Translation: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Blockly: "Define ... with parameter" → Python: def function(parameter):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Blockly: "Call ... with argument" → Python: function(argument)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Define draw_triangle with parameter: size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Repeat 3 times: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Straight(size)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Turn(120)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Call draw_triangle with argument: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draw_triangle(size):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range(3):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drivetrain.straight(size)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drivetrain.turn(120)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draw_triangle(25)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Multiple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Three-Parameter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Parameter meanings: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sides - Integer (3, 4, 5, ...)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distance - Float (25, 50, 75)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effort - Float 0-1 (0.3, 0.7, 1.0)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Calling with different arguments: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draw_polygon(sides, distance, effort):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drivetrain.straight(distance, max_effort=effort)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drivetrain.turn(angle, max_effort=effort)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draw_polygon(4, 30, 0.5)    # Slow square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draw_polygon(4, 30, 1.0)    # Fast square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draw_polygon(8, 20, 0.7)    # Medium octagon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Return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Functions can send back results: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Breakdown: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return keyword - Send value back to caller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Value after return - What gets sent back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Function call becomes the value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With multiple processing: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2103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calculate_polygon_angle(sides):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angle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my_angle = calculate_polygon_angle(5)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print(my_angle)     # Prints: 72.0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drivetrain.turn(my_angle)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2103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is_valid_polygon(sides):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sides &gt;= 3: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True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False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is_valid_polygon(4):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print("Valid polygon")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Function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Variables exist only where defined: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Scope Rules: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Local scope - Variables inside function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Global scope - Variables outside function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Function parameters - Treated as local variables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my_function():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x = 10          # x only exists here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print(x)        # ✓ Works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print(x)            # ✗ Error! x doesn't exist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draw_polygon(sides):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   # Local: angle exists here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draw_polygon(5)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print(angle)              # ✗ Error: angle not defined here!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Function Design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Good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Features: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Clear name (verb: "draw_")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Single responsibility (only draws square)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Documented with docstring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Takes relevant parameters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Returns nothing (or meaningful value)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Bad Function: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84048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draw_square(size):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"""Draw a square with given side length"""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drivetrain.straight(size)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drivetrain.turn(90)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do_stuff():                    # ✗ Vague name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drivetrain.straight(30)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my_variable = 50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drivetrain.turn(my_variable)   # ✗ Magic numbers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print("done")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Common Function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Error 1: Mismatched arguments/parameters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Error 2: Returning from global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Error 3: Using wrong 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Fix: Check parameter names match usage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draw_polygon(sides, distance):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draw_polygon(4)      # ✗ Only 1 argument, needs 2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TypeError: missing 1 required positional argument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my_function():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x = 10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x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result = my_function()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print(x)             # ✗ x is local, not accessible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1097280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my_function():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    # ✗ sides doesn't exist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my_function()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Python Function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Testing Small Functions: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Combining Functions: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draw_square(size):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drivetrain.straight(size)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drivetrain.turn(90)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Test with different sizes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draw_square(20)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Verify: robot draws 20cm square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draw_square(40)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Verify: robot draws 40cm square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draw_square(size):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drivetrain.straight(size)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drivetrain.turn(90)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draw_art():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draw_square(20)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drivetrain.straight(100)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draw_square(30)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drivetrain.straight(100)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draw_square(40)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draw_art()  # Calls draw_art, which calls draw_square multiple times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Final Project (Lesson 11)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Preview: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Today: Write individual functions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Next lesson: Combine functions into full project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Challenge: Design comprehensive program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Python Program Structure (coming):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566928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draw_polygon(sides, distance):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angle = 360 / sides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range(sides):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drivetrain.straight(distance)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drivetrain.turn(angle)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create_artwork():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draw_polygon(3, 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move_forward(50)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draw_polygon(4, 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move_forward(50)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draw_polygon(5, 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Main program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create_artwork()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Teaser: "You've mastered loops AND functions. Now combine them in a capstone project!"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