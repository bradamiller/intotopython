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Polygon Function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Generalize shape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formula: angle = 360 ÷ sides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Create one function for ANY polygon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abstraction and mathematical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Formula review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Generalized function design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Build polygon function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Challenge: Test &amp; customize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The Ultimate Flexibility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Imagine: A SINGLE function that draws EVERYTHING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Current Situation (Lesson 4):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Better Approach: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"How can we write ONE function for infinite shapes?"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Answer: Use the angle formula!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draw_triangle(size, effort)     ← Only triangles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draw_square(size, effort)       ← Only squares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draw_pentagon(size, effort)     ← Only pentagons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draw_hexagon(size, effort)      ← Only hexagons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draw_polygon(sides, size, effort)    ← ALL shapes!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Angle Formula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Insight from Lesson 2: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Exterior Angle = 360° ÷ Number of Sides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it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Any polygon's exterior angles sum to 360°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Distribute equally: 360 ÷ sides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Triangle: 360 ÷ 3 = 120° ✓ (120+120+120=360)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Square: 360 ÷ 4 = 90° ✓ (90+90+90+90=360)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Pentagon: 360 ÷ 5 = 72° ✓ (72×5=360)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Octagon: 360 ÷ 8 = 45° ✓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Decagon: 360 ÷ 10 = 36° ✓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Universal Truth: Works for ANY polygon (&gt;3 sides)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Generalizing 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Old Triangle Function: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Old Square Function: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Pattern: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Repeat: Changes from 3 to 4 to 5...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 angle: Changes from 120 to 90 to 72...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BUT: Always equals 360 ÷ number of sides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Key: Make both "Repeat" and "turn angle" depend on sides parameter!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77802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67780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Define </a:t>
            </a:r>
            <a:r>
              <a:rPr dirty="0" err="1"/>
              <a:t>draw_triangle</a:t>
            </a:r>
            <a:r>
              <a:rPr dirty="0"/>
              <a:t> with parameters: size, effort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  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Straight(size, </a:t>
            </a:r>
            <a:r>
              <a:rPr dirty="0" err="1"/>
              <a:t>max_effort</a:t>
            </a:r>
            <a:r>
              <a:rPr dirty="0"/>
              <a:t>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Turn(120, </a:t>
            </a:r>
            <a:r>
              <a:rPr dirty="0" err="1"/>
              <a:t>max_effort</a:t>
            </a:r>
            <a:r>
              <a:rPr dirty="0"/>
              <a:t>=effort)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960" y="3677802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9840" y="367780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Define </a:t>
            </a:r>
            <a:r>
              <a:rPr dirty="0" err="1"/>
              <a:t>draw_square</a:t>
            </a:r>
            <a:r>
              <a:rPr dirty="0"/>
              <a:t> with parameters: size, effort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  Repeat 4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Straight(size, </a:t>
            </a:r>
            <a:r>
              <a:rPr dirty="0" err="1"/>
              <a:t>max_effort</a:t>
            </a:r>
            <a:r>
              <a:rPr dirty="0"/>
              <a:t>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Turn(90, </a:t>
            </a:r>
            <a:r>
              <a:rPr dirty="0" err="1"/>
              <a:t>max_effort</a:t>
            </a:r>
            <a:r>
              <a:rPr dirty="0"/>
              <a:t>=effort)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Generalized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New Polygon Function: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draw_polygon with parameters: sides, size, effort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Calculate angle = 360 ÷ sides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sides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Straight(size,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Turn(angle, max_effort=effort)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Parameters: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sides: How many sides (3=triangle, 4=square, 5=pentagon...)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size: How long each side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effort: How fast to move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 Flow: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Calculate what angle should be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 that many sides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Each iteration: go forward, 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the Polygon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Live Demo: Create from Scratch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 Blockly: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Function → Name: draw_polygon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parameters: sides, size, effort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"Calculate angle = 360 ÷ sides" block (might be variable or custom block)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sides times: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Straight(size, effort)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Turn(angle, effort)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Result: Universal polygon drawer!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the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Triangle Test: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Pentagon Test: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Octagon Test: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draw_polygon with: 3, 25,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   ↓  ↓   ↓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 sides size effort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Calculates: angle = 360÷3 = 120°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Repeats 3 times: Straight(25), Turn(120°)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Result: TRIANGLE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draw_polygon with: 5, 20,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Calculates: angle = 360÷5 = 72°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Repeats 5 times: Straight(20), Turn(72°)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Result: PENTAGON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draw_polygon with: 8, 15, 0.7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Calculates: angle = 360÷8 = 45°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Repeats 8 times: Straight(15), Turn(45°)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Result: OCTAGON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Power of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We've Achieved: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Old Way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Way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Special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draw_polygon(3, ...)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Square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Special function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draw_polygon(4, ...)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Pentagon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Special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draw_polygon(5, ...)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Hexagon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Special function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draw_polygon(6, ...)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20-sided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Would need new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draw_polygon(20, ...)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One function instead of many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Mathematical pattern (360÷sides) visible in code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Infinite shapes possible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Changes update everything (one source of truth)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abstraction: Hide complexity, expose simplicity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Creative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 1: Polygon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Creates artistic polygon progression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 2: Polygon Spiral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 3: Polygon 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draw_polygon(3, 30, 0.5)  ← 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Straight(100)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draw_polygon(4, 25, 0.5)  ← Square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Straight(100)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draw_polygon(5, 20, 0.5)  ← Pentagon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 3, 4, 5, 6, 7... sided polygons in sequence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Each slightly larger or offset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Combine multiple polygons at different angles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Create star or mandala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Debugging Parameter Mismatches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Common Error 1: Sides too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Common Error 2: Angle calculation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Testing Strategy: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 with triangle (you know it should be 120°)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 with square (verify it's 90°)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 with pentagon (verify it's 72°)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Then trust formula for unknown shapes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draw_polygon with: 2, 30,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Angle = 360÷2 = 180°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Only repeats 2 times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Result: Straight line (not a polygon!)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Problem: Need minimum 3 sides for polygon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draw_polygon with: 4, 25,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BUT: Turn(90°) NOT Turn(angle)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Draws square correctly by accident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But formula isn't used!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Problem: Must use calculated angle, not hardcoded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Mathematical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360?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Degrees in full rotation (historical definition)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One complete turn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exterior angles work: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Walk around polygon, turn at each corner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Complete walk = face original direction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Total turning = 360°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Inverse Relationship: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More sides → smaller exterior angle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Triangle (3 sides): 120° (big turns)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Octagon (8 sides): 45° (small turns)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Circle (infinite sides): ~0° (nearly straight)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Python Functions (Lesson 8-10)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Today: Blockly polygon function with calculation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Lesson 8: Same function written in Python syntax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Lesson 9: Python loops (for loops, range)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Lesson 10: Python functions (def, parameters, return)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Insight: Same logic works in both Blockly and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66928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Python version will use: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angle = 360 / sides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for i in range(sides):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17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Teaser: "The polygon function will get even smaller in Python!"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1229</Words>
  <Application>Microsoft Macintosh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Miller, Bradley</cp:lastModifiedBy>
  <cp:revision>2</cp:revision>
  <dcterms:created xsi:type="dcterms:W3CDTF">2013-01-27T09:14:16Z</dcterms:created>
  <dcterms:modified xsi:type="dcterms:W3CDTF">2026-09-09T17:00:53Z</dcterms:modified>
  <cp:category/>
</cp:coreProperties>
</file>