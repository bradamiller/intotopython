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1: Driving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Differential Drive &amp; Motor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Understand how differential drive steering works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Control motors independently with set_effort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Compare high-level (Straight/Turn) vs. low-level (set_effort) control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Design complex movement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Motor basics review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set_effort block introduction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Guided: Arcade control patterns (8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Challenge: Design figure-eight and spiral (15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- How Does a Robot Turn?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Scenario: You have two motors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Straight: Both motors at same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Turn Right: Left motor faster than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Question: "How much effort on each motor to make the robot turn 90°?"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This is differential drive steering!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48940"/>
            <a:ext cx="530352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0403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Left motor: 50% effort →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Right motor: 50% effort →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Result: Robot goes straight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6960" y="2948940"/>
            <a:ext cx="530352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9840" y="30403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Left motor: 70% effort →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Right motor: 30% effort →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Result: Robot curves right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Motor Control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Two-Motor Drive System: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Left Motor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Controls left wheel speed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Right motor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Controls right wheel speed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Combined effect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Steering (turn left/right)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Effort Range: 0.0 to 1.0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0.0 = Stopped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0.5 = Half speed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1.0 = Full speed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Negative Effort: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Reverses motor direction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-0.5 = Half speed backward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set_effort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it does: Set motor speed directly (NOT distance-based)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Syntax: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66928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Set left_motor effort to [0.5]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Set right_motor effort to [0.5]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Differences from Straight: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Straight: "Go forward 30cm" (robot does it)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set_effort: "Run at 50% speed" (keeps running until you stop it)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When to use set_effort: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✓ Continuous motion (don't know distance)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✓ Obstacle avoidance (change speed based on sensors)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✗ Precise distance (use Straight instead)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Straight Line Movement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Balanced Effort: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Set left_motor effort to [0.5]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Set right_motor effort to [0.5]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Wait [2] seconds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Set left_motor effort to [0]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Set right_motor effort to [0]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Result: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Both motors same speed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Robot goes forward 2 seconds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Then stops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Key: Equal effort = straight 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Turning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Asymmetric Effort: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66928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Set left_motor effort to [0.7]   ← Left faster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Set right_motor effort to [0.3]  ← Right slower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Wait [1] second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Set left_motor effort to [0]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Set right_motor effort to [0]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Happens: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Left wheel travels faster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Robot pivots around right wheel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Results in clockwise turn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Effort Difference: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Just slightly unequal: Gentle curve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Very unequal: Sharp turn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Turning Radius &amp;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Gentle Turn (subtle effort difference):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Sharp Turn (large effort difference):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Spin in Place (opposite efforts):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Relationship: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Effort difference → Steering sharpness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Motor speed → Forward/backward speed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87640"/>
            <a:ext cx="530352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279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Left: 0.6, Right: 0.4 → Wide curve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187640"/>
            <a:ext cx="530352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3279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Left: 0.8, Right: 0.2 → Tight curve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56320"/>
            <a:ext cx="1097280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14776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Left: 0.5, Right: -0.5 → Rotates without moving forward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Arcade Control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Simpler abstraction for differential drive: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Parameters: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forward_speed: -1 to 1 (negative = backward)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turn_rate: -0.5 to 0.5 (negative = turn left)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Examples: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301752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 arcade_drive(forward_speed, turn_rate):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left_effort = forward_speed + turn_rate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right_effort = forward_speed - turn_rate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562954" cy="1222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3108960"/>
            <a:ext cx="5242560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rPr dirty="0" err="1"/>
              <a:t>arcade_drive</a:t>
            </a:r>
            <a:r>
              <a:rPr dirty="0"/>
              <a:t>(0.5, 0):     ✓ Straight forward at 50%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rPr dirty="0" err="1"/>
              <a:t>arcade_drive</a:t>
            </a:r>
            <a:r>
              <a:rPr dirty="0"/>
              <a:t>(0.5, 0.3):   ✓ Forward + turn right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rPr dirty="0" err="1"/>
              <a:t>arcade_drive</a:t>
            </a:r>
            <a:r>
              <a:rPr dirty="0"/>
              <a:t>(0, 0.5):     ✓ Spin right in place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rPr dirty="0" err="1"/>
              <a:t>arcade_drive</a:t>
            </a:r>
            <a:r>
              <a:rPr dirty="0"/>
              <a:t>(-0.5, 0.3):  ✓ Backward while turning right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Complex Movement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Figure-Eight Pattern: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Spiral Pattern: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Zigzag Pattern: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30352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Turn right (effort 0.7, 0.3) for 1.5 seconds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Turn left (effort 0.3, 0.7) for 1.5 seconds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Repeat to create infinity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68880"/>
            <a:ext cx="530352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Start: 0.5, 0.5 (straight)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Gradually: Left motor increases, right decreases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Create outward spiral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66160"/>
            <a:ext cx="1097280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Straight (0.5, 0.5) for 1 second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Turn left (0.3, 0.7) for 0.5 second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Turn right (0.7, 0.3) for 0.5 second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Repeat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set_effort vs. Straight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Movement Comparison: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 set_effort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 Straight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Go forward exactly 50cm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Continuous movement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Obstacle avoidance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Precise path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Speed control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Complex patterns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 Difference: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set_effort: You manage duration (with Wait blocks)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Straight: Robot manages distance (you just specify it)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Safety with Continuous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Always Include: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Set effort (start motor)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Wait (duration)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Set effort to 0 (stop motor!)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DANGER - No Wait Block: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DANGER - No Stop Block: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CORRECT: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356616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Set left_motor to 0.5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Set right_motor to 0.5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→ Robot NEVER STOPS (infinite forward)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→ Crashes into wall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56616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36576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Set left_motor to 0.5        ← Goes forward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... later ...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Set left_motor to 0.7        ← Changes speed, keeps going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→ No explicit stop → keeps moving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1097280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98348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Set left_motor to 0.5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Wait 2 seconds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Set left_motor to 0   ← STOP!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Python (Lessons 9-10)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Preview: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Today: Blockly set_effort blocks for motor control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Lesson 9: Python loops to automate Wait/set_effort cycles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Lesson 10: Python functions for arcade_drive and patterns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Python Version (sneak peek):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566928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left_motor = 0.5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right_motor = 0.5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wait(2)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left_motor = 0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right_motor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74320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Teaser: "Python makes repeated motor patterns much cleaner!"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1038</Words>
  <Application>Microsoft Macintosh PowerPoint</Application>
  <PresentationFormat>Widescreen</PresentationFormat>
  <Paragraphs>174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Miller, Bradley</cp:lastModifiedBy>
  <cp:revision>2</cp:revision>
  <dcterms:created xsi:type="dcterms:W3CDTF">2013-01-27T09:14:16Z</dcterms:created>
  <dcterms:modified xsi:type="dcterms:W3CDTF">2026-09-09T17:00:46Z</dcterms:modified>
  <cp:category/>
</cp:coreProperties>
</file>