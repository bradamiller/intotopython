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Blockly Challenges &amp;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Synthesize all Blockly concepts (loops, functions, parameters, motors)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Debug complex programs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Solve open-ended design challenges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Prepare for transition to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Concept review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Challenge 1: Navigation task (25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Challenge 2: Creative design (30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Debrief &amp; reflection (5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The Ultimate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Scenario: You're the lead programmer for a robot competition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Challenge: Design a robot program that: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Draws a specific pattern OR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Navigates an obstacle course OR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Responds to sensors (if available)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Requirements: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at least 2 different concepts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Work reliably on your XRP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Document your code with comments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"Can you bring together everything you've learned?"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Blockly Concepts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Loops (Lesson 2):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Repeat blocks reduce code duplication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Essential for patterns and shapes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Functions (Lesson 3):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Reusable code blocks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Cleaner, more readable programs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Parameters (Lesson 4):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Customize function behavior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Flexible, powerful functions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Special: Polygon Function (Lesson 5):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Mathematical abstraction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One function, infinite shapes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Motors (Lesson 6):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set_effort for low-level control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Differential drive steering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Program Architecture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Pattern 1: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Pattern 2: Loops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Pattern 3: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Pattern 4: Combination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Simple linear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4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Straight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Repeats sequence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draw_square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Organized, reusable blocks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3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Call draw_polygon(5, 25, 0.5)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Straight(50)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Nested abstractions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Debugging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Error Type 1: Robot doesn't move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Motor effort &gt; 0?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Wait blocks present?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Robot turned on?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Error Type 2: Wrong shape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Turn angle correct? (360÷sides)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Repeat count correct? (number of sides)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Distance correct?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Error Type 3: Program crashes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Parameter values reasonable? (not -1 sides!)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Function names spelled correctly?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All blocks connected?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Strategy: Change ONE thing, test, observe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 1 - Navigation Task (25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Objective: Precision navigation in defined space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Available Spaces: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Option A: 4m × 4m open area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Option B: Classroom with obstacles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Option C: Marked course with defined waypoints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Task: Design a program that: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Navigate from start to finish without sensors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Demonstrate at least 3 movement types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Complete 3 trials with consistency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Demonstration Elements: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Straight lines (use Straight blocks)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Turns (90°, 45°, custom angles)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Optional: Polygonal path (use draw_polygon)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 1 Exemplar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Sample Solution: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navigate_to_finish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Straight(100)           ← Move forward 1m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Turn(90)                ← Turn right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Straight(150)           ← Move forward 1.5m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Turn(-90)               ← Turn left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Straight(100)           ← Final straight to finish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navigate_to_finish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Makes This Work: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Clear, linear 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Predictable turns (90° angles)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Uses Straight for known distances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Wrapped in function (optional but good practice)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Possible Enhancements: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Repeat the path multiple times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variable for distance (parameter)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comments explaining each move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 2 - Creative Design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Objective: Free-form creative programming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Choose One: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 A: Polygon Artist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draw_polygon(sides, distance, effort)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 artistic composition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3+ different polygons at different scales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 B: Pattern Maker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Design abstract pattern with loops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Spirals, zigzags, or repeating elements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Demonstrate mathematical beauty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Option C: Sensor Integration (if sensors available)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React to range, reflectance, or button sensors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Stop when obstacle detected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Change pattern based on sensor input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Evaluation Criteria: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Creative Use multiple concepts (functions, loops, parameters)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Technical: Code runs without errors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Polish: Clean, readable, well-structured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 2 Exemplar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Exemplar A: Polygon Artist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Exemplar B: Spiral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Exemplar C: Dancing Robot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draw_polygon(3, 40, 0.5)   ← Triangle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Straight(80)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draw_polygon(4, 35, 0.5)   ← Square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Straight(80)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draw_polygon(5, 30, 0.5)   ← Pentagon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Creates progression of shapes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8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Straight(50)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Turn(45)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Creates 8-pointed star-like 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1097280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607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wiggle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Turn(20)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Wait(0.5)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Turn(-40)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Wait(0.5)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Turn(20)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5: Call wiggle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Rhythmic back-and-forth movement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Reflection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After Challenge: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Reflection Questions: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worked? What didn't?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Which concept (loops, functions, parameters) was most useful?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would you do differently next time?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How could you extend this program?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Program Documentation: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comments explaining complex 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Describe purpose of each function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List parameters and what they control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// Navigation program: Go in rectangle, return to start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// Demonstrates: Straight, Turn, Sequence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navigate_rectangle with parameter: speed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// North side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Straight(200, max_effort=speed)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Turn(90, max_effort=speed)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// East side (continued...)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3891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Peer Review &amp;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Gallery Walk: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Load your program on robot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Demo for classmates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Explain design choices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Discuss challenges encountered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Feedback Questions for Peers: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interesting concepts did they use?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How creative/effective was the design?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would improve the program?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Could you build on this program?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Presentation (if group):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was your goal?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How did you approach it?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did you learn?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Bridge to Python (Lesson 8+)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Insights from Blockly: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Loops &amp; patterns are powerful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Functions reduce complexity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Parameters add flexibility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Motor control enables creative movement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Transition Coming: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8: Hello Python (syntax introduction)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9: Python loops (same concepts, text syntax)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10: Python functions (same concepts, text syntax)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11: Python final project (larger capstone)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Realization: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"Every concept you've mastered in Blockly lives on in Python. The blocks disappear, but the thinking stays the same."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