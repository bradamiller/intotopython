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1: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Introduction to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what a function is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Recognize when to use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Create and call your own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See code reusability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Functions in real life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Function definition vs. call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Guided: Create draw_triangle function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Practice: Create and use functions (20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 Repetitive Code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Scenario: You want to draw 3 different triangles in your program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Bad Approach: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Straight(25) → Turn(120) → Straight(25) → Turn(120) → Straight(25) → Turn(120)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Straight(25) → Turn(120) → Straight(25) → Turn(120) → Straight(25) → Turn(120)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Straight(25) → Turn(120) → Straight(25) → Turn(120) → Straight(25) → Turn(120)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(Repeat 6 times in the program!)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"What if you had to draw 10 triangles? Or change the distance?"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 Function?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Definition: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Reusable block of code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Has a name you give it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 define it ONCE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 use it MANY TIMES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Real-World Analogy: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 function: Writing recipe steps every time you cook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Function: Write recipe in cookbook, refer to it each time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Or: "Make a sandwich" command vs. listing all steps each time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Benefits: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 code duplication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Easier to change (fix once, applies everywhere)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Easier to read and understand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Defining vs.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Define (Create):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"Here's what this function does"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code inside function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this ONCE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Call (Use):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" Actually do that thing"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function name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this MANY TIMES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Blockly: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"Create Function" → name it → add blocks inside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"Call Function" → choose name from dropdown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Function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Anatomy of a Function (in Blockly):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[Define Function] draw_triangle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Repeat 3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Straight(25)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Turn(120)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Parts: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Name: draw_triangle (what you call it)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Code inside: The steps to repeat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When to define: Once at the beginning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When to call: Anywhere you need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Creating Your First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Live Demo: Create draw_triangle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Go to Functions category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Click "Create Function"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Name it: draw_triangle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Drag Repeat + Straight/Turn blocks inside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Set to: Repeat 3, Straight(25), Turn(120)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Result: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New function available in "Call function" dropdown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now use draw_triangle block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Multiple Function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Program: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Wait for button press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Straight(50)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Turn(90)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Happens: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Button pressed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Robot draws triangle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Goes forward 50 cm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Draws triangle (same code, no rewriting!)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Turns 90°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Draws triangle (again!)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Benefits: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3 triangles drawn with 3 lines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Could change draw_triangle → all 3 update automatically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Function vs. Non-Function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Without Function (17 blocks):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With Function (5 blocks + 1 definition):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Comparison Chart: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3: Straight(25), Turn(120)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Straight(50)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3: Straight(25), Turn(120)  [DUPLICATED]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Turn(90)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3: Straight(25), Turn(120)  [DUPLICATED]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draw_triangle: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Repeat 3: Straight(25), Turn(120)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Straight(50)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Turn(90)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When to Use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Use a function when: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Same code appears multiple times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Code does one clear task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You might change it later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Name makes code clearer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Don't use a function when: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✗ Only used once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✗ Very simple (1-2 blocks)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✗ No clear, simple name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Examples: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draw_triangle → Clear purpose, reusable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✓ draw_square → Clear purpose, reusable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✗ Do stuff → Vague purpose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✗ Single Straight block → Too simple for function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Misconceptions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"Functions are magical - they're different than regular code"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Not true! Functions are just organized code blocks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They work exactly like normal code, just stored for reuse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"I should make a function for everything"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No! Only when code repeats or needs clarity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One-time-only, simple code doesn't need functions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"Once I define a function, I can't change the main code"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False! You define functions, then use them as much as you want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Changes to definition automatically apply everywhere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Practice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Challenge 1: Create a draw_square function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4 sides, 90° turns, 30 cm distance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Call it 3 times in main program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Challenge 2: Create a wiggle function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Small back-and-forth movement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it to make robot "dance"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Challenge 3: Create TWO functions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draw_triangle and draw_square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Call them both in creative pattern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Parameters (Lesson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Preview: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Today: Fixed functions (triangle always same size)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Next lesson: Flexible functions with parameters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Example: draw_shape(size) → change size without rewriting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Teaser: "What if you could make draw_triangle customizable? That's coming next!"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