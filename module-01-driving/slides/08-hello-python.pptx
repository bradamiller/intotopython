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Learning How to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Hello,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what Python is and why we're learning it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Read and translate Blockly blocks to Python code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basic Python syntax (indentation, colons, capitalization)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the XRPLib library to control the robot in Python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Write and run a simple Python program on the XRP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Why Python?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Blockly vs. Python side-by-side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Python syntax rules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Drive forward and back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exercises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Same Program, Two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Show side-by-side: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Blockly (Visual):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(Text):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"These do the same thing. Can you match each Blockly block to its Python line?"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message: Same logic, different syntax. You already know the ideas!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 forward 30 cm at 50%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 right 90 degrees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 forward 30 cm at 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XRPLib.differential_drive import DifferentialDrive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 = DifferentialDrive.get_default_differential_drive()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drivetrain.straight(30)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drivetrain.turn(90)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drivetrain.straight(30)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Python?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Blockly is great for learning: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Visual, hard to mess up syntax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Good for getting started quickly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Python is what professionals use: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More powerful and flexible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in data science, web apps, robotics, AI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XRP robots can run full Python programs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transition: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 already know the CONCEPTS (sequencing, loops, functions)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Now you'll learn the SYNTAX (how to write it as text)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Same ideas, different format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Blockly → Python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 1: Drive Forward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Blockly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Drive forward 30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drivetrain.straight(30)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 2: Turn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286000"/>
          <a:ext cx="10058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Blockly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Turn right 90°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drivetrain.turn(90)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 3: Print a Message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3200400"/>
          <a:ext cx="10058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Blockly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Say "Hello!"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print("Hello!")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Pattern: Each Blockly block becomes one line of Python code.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Import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Before using the robot, we need to import the library: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XRPLib.differential_drive import DifferentialDrive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 = DifferentialDrive.get_default_differential_drive()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this means: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 1: "Get the DifferentialDrive code from the XRPLib library"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 2: "Create a drivetrain object — this is the robot's wheels"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Analogy: Import = opening a toolbox. drivetrain = taking out the tool you need.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You'll type these two lines at the top of every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Python Syntax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Five rules to remember: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Common Mistake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Indentation 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    drivetrain.straight(30)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Forgetting to indent inside loops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Colons after for, if, def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for i in range(4):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Missing the colon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Case sensitive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print() not Print()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Capital letters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Parentheses for function calls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print("hello")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Missing ()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Quotes around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"hello" or 'hello'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Forgetting quotes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Most common error: Indentation. Python uses spaces to know what's "inside" a loop or function.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First Python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Step-by-step walkthrough: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788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XRPLib.differential_drive import DifferentialDrive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 = DifferentialDrive.get_default_differential_drive()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print("Driving forward...")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drivetrain.straight(30)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print("Driving backward...")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drivetrain.straight(-30)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print("Done!")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Line by line: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Lines 1-3: Setup (import library, get drivetrain)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 5: Print a message to the screen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 6: Drive forward 30 cm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 8: Print another message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 9: Drive backward (negative = backward)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 11: Print "Done!"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print() Is Your Best Friend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print() shows messages on the screen while the robot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print("Starting the program!")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drivetrain.straight(30)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print("Finished driving forward")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drivetrain.turn(90)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print("Finished turning")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use print()?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See what the robot is doing at each step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Find bugs: "It printed 'Finished driving' but didn't turn — the bug is in the turn line!"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Professional programmers use print() all the time for debugging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Rule: When in doubt, add a print statement!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Errors and How to Fix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1: NameError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2: SyntaxError (missing colon)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3: IndentationError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4: Missing parentheses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Tip: Read the error message — Python tells you the line number and what's wrong!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Print("hello")   # Wrong! Capital P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print("hello")   # Correct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    # Wrong! Missing 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range(4):   # 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print("hello")       # Wrong! Not indented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print("hello")   # Correct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118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 "hello"        # Wrong! Missing 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print("hello")       # Correct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Exercise 1: Drive Forward and Back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Open VS Code and create a new file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Type the starter code (don't copy-paste — typing helps learn syntax!)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Fill in the TODO 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Upload and run on your robot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Exercise 2: L-Shape Challenge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Make the robot drive in an L-shape: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Forward 30 cm → Turn right 90° → Forward 30 cm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print statements between each command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make a Z-shape? A U-shape?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your code run without errors?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move as expected?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print statements show in the console?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Python syntax basics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Translated Blockly blocks to Python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Wrote and ran your first Python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print() for debugging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9):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for loops in Python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Convert Blockly Repeat blocks to Python loops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Draw shapes with loops (square, triangle, hexagon)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You already understand loops from Blockly. Next lesson, you'll just learn how to write them in Python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