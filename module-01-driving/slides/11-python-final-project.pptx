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Python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Synthesize all Module 1 concepts (loops, functions, parameters, motors)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a project from concept to completion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Debug and refine Python code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Present and reflect on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Project options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Planning phase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Implementation (30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&amp; refinement (20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Reflection &amp; sharing (5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Bringing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Where You Started (Lesson 1):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about the XRP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Ran first Blockly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You've Built (Lessons 2-10):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Loops (Blockly &amp; Python)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Functions (Blockly &amp; Python)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Parameters and customization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Motor control (differential drive)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Mathematical thinking (polygon angles)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Today's Challenge: "Use EVERYTHING for one final project"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1 Concept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Programming Concepts: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Loops: Repeat code efficiently (for, while, range)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Functions: Create reusable code blocks (def)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Parameters: Make functions flexible (arguments)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Variables: Store and use values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Syntax: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66928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loop body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function_name(parameter1, parameter2):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compute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return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Robot Concepts: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Straight: Move forward/backward by distance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Turn: Rotate by angle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set_effort: Direct motor control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Differential drive: How steering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Choose ONE project option: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A: Polygon Artist (Recommended for beginners)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polygon function to create artwork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 different polygon shapes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 visually interesting pattern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B: Navigation Challenge (Recommended for intermediate)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Design a path robot must navigate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math to calculate distances/angles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reliability across multiple runs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C: Sensor-Based Behavior (Recommended for advanced)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sensors (rangefinder, reflectance, button)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Program robot to respond intelligently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autonomous behavior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D: Custom Project (For creative minds)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Your own idea!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Must use loops AND functions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Must demonstrate Module 1 concepts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Planning Phase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1: Choose your option &amp; goal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will your robot create/do?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Why is this interesting?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part of Module 1 will you focus on?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2: Sketch in pseudocode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Pseudocode (not real Python yet):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create_design():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Draw first polygon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Move to new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Draw second polygon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Move to new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Draw third polygon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3: Identify needed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List all functions you'll write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parameters does each need?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will each function do?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4: Outline main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sequence calls which functions?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What's the overall flow?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Option A Deep Dive - Polygon Artist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Create artistic polygon composition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Implementation Path: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36576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draw_polygon(sides, distance, effort=0.5):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drivetrain.turn(angle,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create_artwork():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draw_polygon(3, 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drivetrain.straight(80)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draw_polygon(4, 25)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drivetrain.straight(80)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Pentagon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draw_polygon(5, 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Run it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create_artwork()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Expansion Ideas: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Vary polygon sizes in pattern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Change effort (speed) for visual rhythm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spacing/movement between polygons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Create repeating tile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Option B Deep Dive - Navigation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Reliable path navigation using calculated movements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Implementation Path: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3474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move_forward(distance, effort=0.5):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drivetrain.straight(distance,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navigate_path():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Define waypoints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move_forward(100)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move_forward(150)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drivetrain.turn(-90)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move_forward(100)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Now at finish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Run multiple times to test reliability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navigate_path()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Elements: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Design path that tests precision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only Straight &amp; Turn (no sensors)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multiple times (consistency)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Measure error (how far off from goal?)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Option C Deep Dive - Sensor-Based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Robot responds to environment using sensors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Implementation Path (conceptual):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obstacle_avoidance():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True:  # Keep running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distance = rangefinder.distance()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distance &lt; 30:  # Obstacle close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drivetrain.straight(20)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Run until user presses button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obstacle_avoidance()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Types of Behavior: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Stop when obstacle detected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Follow line using reflectance sensor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Seek light/change based on environment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React to button press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Sensor calibration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Decision logic (if/else)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Testing and 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Phase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Guidelines: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Start with function definitions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all your def functions first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Don't worry if Python interpretation isn't perfect yet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2: Write main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Call your functions in sequence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structure before testing on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Test incrementally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Upload to robot one function at a time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each works before adding next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Don't try whole program at once!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4: Debug and refine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robot move as expected?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Are calculations correct?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Any off-by-one errors? (angle calculations)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Refinement Phase 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Testing Checklist: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Code uploads without syntax errors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Robot moves when expected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All functions call correctly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Parameters have reasonable values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Program completes without crashing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Debugging Process: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one part work? Test minimal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Where does it fail? Comment out 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What's wrong? Read error messages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How to fix? Change code, test again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Refinement Ideas: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Improve efficiency (combine repeated code)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comments explaining logic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Handle edge cases (what if sides &lt; 3?)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it more creative/interesting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Documentation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Document Your Work: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Code Comments: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draw_polygon(sides, distance, effort=0.5):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"""Draw a regular polygon shape.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Args: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sides: Number of sides (3+)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distance: Length of each side in cm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effort: Motor effort 0.0 to 1.0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"""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drivetrain.turn(angle, max_effort=effort)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Reflection Questions: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concept was most challenging?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are you most proud of?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How would you extend this project?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would you do differently?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Which part of Module 1 did you use most?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&amp;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Demo Your Project: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Show your code on screen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Explain design choices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program (let robot demonstrate)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Discuss what you learned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Peer Recognition: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creative solutions did classmates find?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Which projects demonstrate most Module 1 concepts?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problems did people solve uniquely?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Looking Forward: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2: Sensors (rangefinder, reflectance, IMU)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3: Autonomous behavior (navigation, obstacle avoidance)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4: Data logging &amp; analysis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5: Advanced challenges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Big Picture: You now understand: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Programming fundamentals (loops, functions)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Robotics (motor control, movement)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From visual (Blockly) to text (Python)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Building real-world projects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"Congratulations! You're now a robot programmer."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