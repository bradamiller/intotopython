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Drawing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Repeat blocks to automate commands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Calculate turn angles for polygons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Draw squares, triangles, and other shapes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repetition as a programming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Geometry review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Repeat block introduction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Draw a square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Practice: Draw triangle &amp; pentagon (20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How Does a Robot Draw?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"How would the robot draw a square?"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Show: Video or animation of robot drawing square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Goes forward → turns → forward → turns → ... → back to start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Repeats same action 4 times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Computers excel at repetition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Geometry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Regular Polygons: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Same length sides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Same angles at each corner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Close and return to start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Exterior Angle Formula: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360° ÷ Number of Sides = Turn Angle per Side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360°? Full rotation = 360°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Examples: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Triangle (3 sides): 360 ÷ 3 = 120°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Square (4 sides): 360 ÷ 4 = 90°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Pentagon (5 sides): 360 ÷ 5 = 72°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Hexagon (6 sides): 360 ÷ 6 = 60°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Introducing the Repeat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is Repeat?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Runs code inside it N times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Reduces duplication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Makes program shorter and clearer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Blockly Appearance: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[4]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[Blocks inside]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Use It?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Draw square: 4 times, not 4 separate blocks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Easier to change (modify once, applies to all)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Match polygon structure (sides)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Square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Step-by-step: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Wait for button press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Repeat 4 times: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Straight(30) at 0.5 effort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Turn(90°) at 0.5 effort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Show: Blockly screenshot with complete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Parameters: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4 repeats = 4 sides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30 cm = side length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90° = exterior angle (360÷4)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0.5 effort = speed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Prediction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Before Running: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"Predict: What shape will the robot draw?"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Allow students to: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 path with finger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Sketch on paper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Discuss with partner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Then Run: Upload and observe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Discussion: Did it match your prediction? What differences?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Triangle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Goal: Draw a 3-sided shape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Calculation: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Number of sides: 3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 angle: 360 ÷ 3 = 120°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Distance: 25 cm (your choice)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Repeat block: Repeat 3 times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Code Structure: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566928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3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Straight(25)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Turn(120°)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29184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Pentagon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Goal: Draw a 5-sided shape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Calculation: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Number of sides: 5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Turn angle: 360 ÷ 5 = 72°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Distance: 20 cm (your choice)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Repeat block: Repeat 5 times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Interactive: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"What's the angle?" (Let students calculate)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"Show me on your hands" (Demonstrate with hand gestures)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Angle Calculation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Why This Formula Works: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Robot makes same turn at each corner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4 corners × 90° = 360° (completes rotation)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6 corners × 60° = 360° (completes rotation)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Visual: Draw circle, show angle wedges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Test: "For an octagon, what's the angle?" (360÷8=45°)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Shape Variations &amp;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If You Change Parameters?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Shape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Repeat 4, Distance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Bigger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Still square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Repeat 4, Distance 20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Smaller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Still square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Repeat 6, Distance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Different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Hexagon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Repeat 4, Angle 45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Doesn't close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Not a square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Key: Sides determine shape; distance determines size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"The angle should be 90°, so my square has interior angle 90°"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Actually: 90° is EXTERIOR angle (turn angle)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Interior angle = 180° - 90° = 90° (different formula)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Both happen to be 90° for squares!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"More sides = bigger shape"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No! More sides = more corners, not larger perimeter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 20cm triangle (perimeter 60cm) vs. 10cm hexagon (perimeter 60cm)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Functions (Lesson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Preview: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Today: Write three separate shape programs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Next lesson: Write ONE function that draws any shape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parameters: draw_polygon(sides, distance)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Teaser: "Imagine if you could draw ANY polygon with a single function call!"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