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A0C4E8"/>
                </a:solidFill>
                <a:latin typeface="Calibri"/>
              </a:defRPr>
            </a:pPr>
            <a:r>
              <a:t>Module 2: Line Tracking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Calibri"/>
              </a:defRPr>
            </a:pPr>
            <a:r>
              <a:t>Lesson 1: The Reflectance Sensor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54864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Learning Objectives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Explain how reflectance sensors detect light vs. dark surfaces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Read sensor values using the Reflectance class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Record calibration data for your specific robot and surface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Choose a threshold value for line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3108960"/>
            <a:ext cx="45720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Agenda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How sensors work  (10 min)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Reading sensor values  (15 min)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Calibration exercise  (20 min)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How Does a Robot "See"?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Discussion Question: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"You can see the black line. How could a robot tell the difference?"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Key Insight: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Robots don't have eyes — they use sensors that measure physical properties.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Today: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We'll learn to read the XRP's reflectance sensors — the robot's way of "seeing" the line.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How Reflectance Sensors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The sensor has two parts:</a:t>
            </a:r>
          </a:p>
          <a:p>
            <a:pPr lvl="1">
              <a:spcAft>
                <a:spcPts val="600"/>
              </a:spcAft>
              <a:defRPr sz="1800" b="1">
                <a:solidFill>
                  <a:srgbClr val="000000"/>
                </a:solidFill>
                <a:latin typeface="Calibri"/>
              </a:defRPr>
            </a:pPr>
            <a:r>
              <a:t>Infrared LED — shines light downward</a:t>
            </a:r>
          </a:p>
          <a:p>
            <a:pPr lvl="1">
              <a:spcAft>
                <a:spcPts val="600"/>
              </a:spcAft>
              <a:defRPr sz="1800" b="1">
                <a:solidFill>
                  <a:srgbClr val="000000"/>
                </a:solidFill>
                <a:latin typeface="Calibri"/>
              </a:defRPr>
            </a:pPr>
            <a:r>
              <a:t>Light detector — measures how much bounces back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White surface: Reflects most light → low value (close to 0.0)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Black surface: Absorbs most light → high value (close to 1.0)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2E75B6"/>
                </a:solidFill>
                <a:latin typeface="Calibri"/>
              </a:defRPr>
            </a:pPr>
            <a:r>
              <a:t>Analogy: Flashlight on a mirror vs. a black t-shirt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 b="0">
                <a:solidFill>
                  <a:srgbClr val="999999"/>
                </a:solidFill>
                <a:latin typeface="Calibri"/>
              </a:defRPr>
            </a:pPr>
            <a:r>
              <a:t>Show: Photo of XRP underside with sensors highlighted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Sensor Value Range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B3A5C"/>
                </a:solidFill>
                <a:latin typeface="Calibri"/>
              </a:defRPr>
            </a:pPr>
            <a:r>
              <a:t>Values range from 0.0 to 1.0: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286000"/>
          <a:ext cx="91440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/>
                <a:gridCol w="3048000"/>
                <a:gridCol w="30480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Position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Left Sensor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Right Sensor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On white surface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~0.1 – 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~0.1 – 0.3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On line edge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~0.4 – 0.6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~0.4 – 0.6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On black 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~0.7 – 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latin typeface="Calibri"/>
                        </a:defRPr>
                      </a:pPr>
                      <a:r>
                        <a:t>~0.7 – 0.9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3891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Key idea: The transition from white to black is GRADUAL, not sudden.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The XRP has TWO sensors — left and right — each reads independently.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Reading Sensors in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Import and setup: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5029200" cy="18288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5740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from XRPLib.reflectance import Reflectance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from XRPLib.board import Board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reflectance = Reflectance.get_default_reflectance()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board = Board.get_default_board()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Read values: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920240"/>
            <a:ext cx="5029200" cy="15544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057400"/>
            <a:ext cx="4663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board.wait_for_button()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left = reflectance.get_left()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right = reflectance.get_right()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print("Left:", left, "Right:", right)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720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E75B6"/>
                </a:solidFill>
                <a:latin typeface="Calibri"/>
              </a:defRPr>
            </a:pPr>
            <a:r>
              <a:t>Key point: get_left() and get_right() return a number between 0.0 and 1.0.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Continuous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Read many times in a loop: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5486400" cy="27432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57400"/>
            <a:ext cx="51206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import time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board.wait_for_button()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for i in range(50):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left = reflectance.get_left()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right = reflectance.get_right()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print("Left:", left, "  Right:", right)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time.sleep(0.1)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92024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Why?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See how values change as you move the robot across the line.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2E75B6"/>
                </a:solidFill>
                <a:latin typeface="Calibri"/>
              </a:defRPr>
            </a:pPr>
            <a:r>
              <a:t>time.sleep(0.1)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Pause 0.1 seconds so readings aren't too fast to read.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What Is a Threshold?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Threshold: A cutoff value to decide "on line" vs. "off line"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Example: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Off line readings: 0.1, 0.2, 0.15, 0.25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On line readings: 0.75, 0.8, 0.85, 0.9</a:t>
            </a:r>
          </a:p>
          <a:p>
            <a:pPr lvl="1">
              <a:spcAft>
                <a:spcPts val="600"/>
              </a:spcAft>
              <a:defRPr sz="1800" b="1">
                <a:solidFill>
                  <a:srgbClr val="2E75B6"/>
                </a:solidFill>
                <a:latin typeface="Calibri"/>
              </a:defRPr>
            </a:pPr>
            <a:r>
              <a:t>Threshold = 0.5 (halfway between)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00000"/>
                </a:solidFill>
                <a:latin typeface="Calibri"/>
              </a:defRPr>
            </a:pPr>
            <a:r>
              <a:t>Rule: If sensor &gt; threshold → on the line</a:t>
            </a:r>
          </a:p>
          <a:p>
            <a:pPr>
              <a:spcAft>
                <a:spcPts val="600"/>
              </a:spcAft>
              <a:defRPr sz="2000" b="1">
                <a:solidFill>
                  <a:srgbClr val="000000"/>
                </a:solidFill>
                <a:latin typeface="Calibri"/>
              </a:defRPr>
            </a:pPr>
            <a:r>
              <a:t>Rule: If sensor &lt; threshold → off the line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2E75B6"/>
                </a:solidFill>
                <a:latin typeface="Calibri"/>
              </a:defRPr>
            </a:pPr>
            <a:r>
              <a:t>Important: The threshold depends on YOUR surface and tape. Calibrate!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Calibration Exercise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Your task: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1. Place robot on WHITE surface → record sensor values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2. Place robot on BLACK line → record sensor values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3. Place robot on EDGE of line → record sensor values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4. Calculate your threshold (halfway between off-line and on-line averages)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Why calibrate?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Different surfaces, tape colors, and lighting conditions give different values.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2E75B6"/>
                </a:solidFill>
                <a:latin typeface="Calibri"/>
              </a:defRPr>
            </a:pPr>
            <a:r>
              <a:t>Save your threshold! You'll use it for the rest of Module 2.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Your Turn!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Activity: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1. Create sensor_test.py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2. Write the continuous reading program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3. Collect calibration data for 3 positions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4. Record in your worksheet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5. Determine your threshold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Checkpoints: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Can you read sensor values?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Do white and black give different numbers?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Did you find a good threshold?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Connection to Next Lesson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What you did today: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Learned how reflectance sensors work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Read sensor values in Python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Calibrated your sensors and chose a threshold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Next lesson (Lesson 2):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Use a while loop to keep the robot driving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Stop when the sensor detects the line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t>First time the robot uses sensors to control its behavior!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2E75B6"/>
                </a:solidFill>
                <a:latin typeface="Calibri"/>
              </a:defRPr>
            </a:pPr>
            <a:r>
              <a:t>Save your calibration data — you'll need it!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