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A0C4E8"/>
                </a:solidFill>
                <a:latin typeface="Calibri"/>
              </a:defRPr>
            </a:pPr>
            <a:r>
              <a:t>Module 2: Line Tracking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Calibri"/>
              </a:defRPr>
            </a:pPr>
            <a:r>
              <a:t>The Reflectance Sensor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108960"/>
            <a:ext cx="5486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B3A5C"/>
                </a:solidFill>
                <a:latin typeface="Calibri"/>
              </a:defRPr>
            </a:pPr>
            <a:r>
              <a:t>Learning Objectives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Explain how reflectance sensors detect light vs. dark surfaces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Read sensor values using the Reflectance class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Record calibration data for your specific robot and surface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Choose a threshold value for line detection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310896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B3A5C"/>
                </a:solidFill>
                <a:latin typeface="Calibri"/>
              </a:defRPr>
            </a:pPr>
            <a:r>
              <a:t>Agenda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How sensors work (10 min)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Reading sensor values (15 min)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Calibration exercise (20 min)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Hook — How Does a Robot "See"?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Question: "You can see the black line. How could a robot tell the difference?"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Discussion: Robots don't have eyes — they use sensors that measure physical properties.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Today: We'll learn to read the XRP's reflectance sensors — the robot's way of "seeing" the line.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How Reflectance Sensors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The sensor has two parts: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Infrared LED — shines light downward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Light detector — measures how much bounces back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White surface: Reflects most light → low value (close to 0.0)</a:t>
            </a: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Black surface: Absorbs most light → high value (close to 1.0)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Analogy: Flashlight on a mirror vs. a black t-shirt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Show: Photo of XRP underside with sensors highlighted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Sensor Value Range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Values range from 0.0 to 1.0: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1371600"/>
          <a:ext cx="100584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Position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Left Sensor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Right Sensor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On white surface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~0.1 – 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~0.1 – 0.3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On line edge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~0.4 – 0.6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~0.4 – 0.6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On black 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~0.7 – 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~0.7 – 0.9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Key idea: The transition from white to black is GRADUAL, not sudden.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The XRP has TWO sensors — left and right — each reads independently.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Reading Sensors in Python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Import and setup: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Read values: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Key point: get_left() and get_right() return a number between 0.0 and 1.0.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94560"/>
            <a:ext cx="5303520" cy="14173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286000"/>
            <a:ext cx="49377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from XRPLib.reflectance import Reflectance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from XRPLib.board import Board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reflectance = Reflectance.get_default_reflectance()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board = Board.get_default_board()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194560"/>
            <a:ext cx="5303520" cy="14173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286000"/>
            <a:ext cx="49377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board.wait_for_button()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left = reflectance.get_left()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right = reflectance.get_right()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print("Left:", left, "Right:", right)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Continuous Reading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Read many times in a loop: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10972800" cy="23317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60704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import time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board.wait_for_button()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for i in range(50):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left = reflectance.get_left()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right = reflectance.get_right()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print("Left:", left, "  Right:", right)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time.sleep(0.1)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Why? See how values change as you move the robot across the line.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time.sleep(0.1) — pause 0.1 seconds so readings aren't too fast to read.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What Is a Threshold?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Threshold: A cutoff value to decide "on line" vs. "off line"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Example: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Off line readings: 0.1, 0.2, 0.15, 0.25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On line readings: 0.75, 0.8, 0.85, 0.9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Threshold = 0.5 (halfway between)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Rule: If sensor &gt; threshold → on the line. If sensor &lt; threshold → off the line.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Important: The threshold depends on YOUR surface and tape. Calibrate!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Calibration Exercise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Your task: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Place robot on WHITE surface → record sensor values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Place robot on BLACK line → record sensor values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Place robot on EDGE of line → record sensor values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Calculate your threshold (halfway between off-line and on-line averages)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Why calibrate? Different surfaces, tape colors, and lighting conditions give different values.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Save your threshold! You'll use it for the rest of Module 2.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Your Turn!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Activity: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Create sensor_test.py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Write the continuous reading program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Collect calibration data for 3 positions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Record in your worksheet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Determine your threshold value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Checkpoints: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Can you read sensor values?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Do white and black give different numbers?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Did you find a good threshold?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Connection to Next Lesson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What you did today: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Learned how reflectance sensors work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Read sensor values in Python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Calibrated your sensors and chose a threshold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Next lesson (Lesson 2):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Use a while loop to keep the robot driving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Stop when the sensor detects the line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First time the robot uses sensors to control its behavior!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Save your calibration data — you'll need it!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