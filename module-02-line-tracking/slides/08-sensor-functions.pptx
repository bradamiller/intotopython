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2: Line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Sensor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Organize related sensor code into a toolkit of functions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Share data between functions using global variables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Have one function call another (function composition)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Build a working sensor toolkit for the XRP robot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The messy code problem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Global variables &amp; function composition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Guided: Build the sensor toolkit step by step (15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Practice: Write and test your own toolkit (15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Hook -- The Problem with Our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Our Lesson 7 code has everything mixed together: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669280" cy="3703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reflectance = Reflectance.get_default_reflectance()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drivetrain  = DifferentialDrive.get_default_differential_drive()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threshold = 0.5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base_effort = 0.4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kp = 0.5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while True: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left  = reflectance.get_left()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right = reflectance.get_right()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error = left - right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if left &gt; threshold and right &gt; threshold: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drivetrain.stop()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break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drivetrain.set_effort(base_effort - error * kp,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              base_effort + error * kp)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Problems: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Sensor logic isn't given a name -- it's repeated wherever needed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Hard to reuse just the sensor part in another program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Hard to read -- what does each section do?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Question: "How could we package the sensor logic so it has a name?"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Fix -- A Toolkit of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Remember Module 1?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66928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draw_polygon(sides, distance):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angle = 360 / sides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for i in range(sides):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drivetrain.straight(distance)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drivetrain.turn(angle)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  <a:latin typeface="Calibri"/>
              </a:defRPr>
            </a:pPr>
            <a:r>
              <a:t>You already turned repeated code into a named function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We're doing the same thing here -- for sensor reading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The twist: several functions need to share the same sensor object and threshold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Instead of passing them in every call, create them once at the top of the file as global variables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Same pattern as drivetrain since Module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Preview the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What the finished toolkit will look like: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0972800" cy="960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error = get_error()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at_cross = is_at_cross()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off_line = is_off_line()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No dots, no objects -- just function calls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Reads almost like English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Why this matters: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2468880"/>
          <a:ext cx="10058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Benefit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means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Organization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Related code stays together, with names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Reusability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Copy the block into a new file, it just works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Readability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`is_at_cross()` beats `left &gt; 0.5 and right &gt; 0.5`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Continuity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Same skills as Module 1 -- `def`, parameters, `return`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Step 1 -- The Shared Globals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  <a:latin typeface="Calibri"/>
              </a:defRPr>
            </a:pPr>
            <a:r>
              <a:t>Runs once, when the program starts -- not inside any function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reflectance and THRESHOLD are global variables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Every function below can read them without receiving them as a parameter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THRESHOLD is capitalized by convention: "this is a constant"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Exact same pattern as: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48640" y="3017520"/>
            <a:ext cx="530352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from XRPLib.reflectance import Reflectance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reflectance = Reflectance.get_default_reflectance()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THRESHOLD = 0.5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017520"/>
            <a:ext cx="530352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10896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drivetrain = DifferentialDrive.get_default_differential_drive()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Step 2-3 -- get_left/get_right/get_error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  <a:latin typeface="Calibri"/>
              </a:defRPr>
            </a:pPr>
            <a:r>
              <a:t>get_left()/get_right() take no parameters -- they read the global reflectance instead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get_error() doesn't read the sensor directly -- it calls get_left() and get_right()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This is function composition: building bigger functions out of smaller ones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Test it: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5303520" cy="2103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get_left():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return reflectance.get_left()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get_right():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return reflectance.get_right()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get_error():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return get_left() - get_right()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743200"/>
            <a:ext cx="5303520" cy="2103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83464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print(get_left())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print(get_error())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Step 4 -- Boolean Functions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097280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is_at_cross():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return get_left() &gt; THRESHOLD and get_right() &gt; THRESHOLD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is_off_line():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return get_left() &lt; THRESHOLD and get_right() &lt; THRESHOLD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What they detect: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2926080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Left Sensor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Right Sensor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`is_at_cross()`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`is_off_line()`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On the line, centered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False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At an intersection (cross)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**True**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Off the line entirely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**True**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THRESHOLD is used directly, just like get_left() -- both are names any function can see.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Complete Sensor Toolkit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0972800" cy="41148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07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from XRPLib.reflectance import Reflectance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reflectance = Reflectance.get_default_reflectance()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THRESHOLD = 0.5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get_left():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return reflectance.get_left()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get_right():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return reflectance.get_right()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get_error():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return get_left() - get_right()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is_at_cross():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return get_left() &gt; THRESHOLD and get_right() &gt; THRESHOLD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is_off_line():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return get_left() &lt; THRESHOLD and get_right() &lt; THRESHOLD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Inventory: 2 global variables, 5 functions -- no self, no class, all Module 1 skills.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Before vs.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Before (Lesson 7 -- tangled inline code):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After (Lesson 8 -- organized functions):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What improved: fewer lines where you use it, reads like English, sensor logic is packaged and reusable, THRESHOLD stored in one place.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5303520" cy="1874519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reflectance = Reflectance.get_default_reflectance()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threshold = 0.5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left  = reflectance.get_left()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right = reflectance.get_right()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error = left - right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at_cross = left &gt; threshold and right &gt; threshold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94560"/>
            <a:ext cx="5303520" cy="1874519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93776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error = get_error()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at_cross = is_at_cross()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`global` Keyword (Advanced)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Reading a global works automatically. Changing one doesn't: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0972800" cy="960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set_threshold(new_value):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global THRESHOLD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THRESHOLD = new_value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is_at_cross() only reads THRESHOLD -- no global needed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set_threshold() reassigns THRESHOLD -- needs global, or Python creates a throwaway local variable instead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One real limitation: with globals, you can't have two sensors with two different thresholds at once -- there's only one THRESHOLD for the whole program.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Common Mistakes &amp; Connection to Lesson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Watch out for these errors: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669280" cy="2331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Mistake 1: Forgetting global when reassigning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set_threshold(new_value):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THRESHOLD = new_value   # WRONG -- creates a local, real THRESHOLD untouched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Mistake 2: Calling a function before its def has run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error = get_error()   # WRONG if this line runs before get_error is defined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Mistake 3: Passing reflectance around unnecessarily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get_left(reflectance):   # Unnecessary -- it's already a global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Coming up in Lesson 9: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Today: sensor toolkit (reading)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Next: driving toolkit (moving) that calls the sensor toolkit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No "has-a" needed -- driving functions just call sensor functions directly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Optional Extension -- Refactor into a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For courses that also cover classes/objects. Skip if not covering classes.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0972800" cy="2788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6070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class LineSensor: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def __init__(self):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self.reflectance = Reflectance.get_default_reflectance()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self.threshold = 0.5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def get_left(self):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return self.reflectance.get_left()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def get_error(self):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return self.get_left() - self.get_right()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# ... same pattern for the 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What changed: globals become self. attributes set in __init__; each function gains self as its first parameter and becomes a method.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The payoff: LineSensor() can now be created twice, each with its own threshold -- something the functions version can't do.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Optional Extension -- Two Independent Sensors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0972800" cy="2103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07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sensor_low = LineSensor()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sensor_low.threshold = 0.3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sensor_high = LineSensor()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sensor_high.threshold = 0.7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print(sensor_low.is_at_cross())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print(sensor_high.is_at_cross())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11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Discussion: What would you have to do to run two sensors with different thresholds using only the functions version? (You'd need to duplicate every function and global with a different name -- a class avoids that entirely.)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