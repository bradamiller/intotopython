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2: Line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Line-Tracking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 a second toolkit of functions that calls the Lesson 8 toolkit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 proportional line tracking inside a function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 turn functions that use sensor feedback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 a multi-function program on the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Two jobs, one robot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Guided: Build the driving toolkit step by step (20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Practice: Write and test your own toolkit (20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-- Two Jobs, One Robot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Last lesson: a toolkit of sensor functions (reading)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But the robot doesn't just read sensors -- it also needs to drive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Should driving code go inside get_error()?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 -- keep sensor-reading and driving separate, same as Module 1 kept shape-drawing separate from setup.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plan: a second toolkit -- driving functions -- that calls the sensor functions whenever it needs to know where the line is.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Relationship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Sensor toolkit (Lesson 8)          Driving toolkit (Lesson 9)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get_left(), get_right()            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get_error()                 &lt;----  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is_at_cross(), is_off_line()       turn_left()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Analogy: A car has an engine. The car doesn't rebuild the engine's parts inside itself -- it just uses the engine when it needs power.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Note for Classes track: this relationship is called object composition (LineTrack "has a" LineSensor). In the functions version, there's no "has" -- there's just "calls."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Preview the Goal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66928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Three lines to follow a line, detect an intersection, and turn.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Why keep them separate?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Sensor logic stays in Lesson 8 functions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Driving logic stays in Lesson 9 functions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 Lesson 8 toolkit could be reused in a program that never drives at 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1 -- The Driving Globals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XRPLib.differential_drive import DifferentialDrive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drivetrain = DifferentialDrive.get_default_differential_drive()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BASE_EFFORT = 0.4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KP = 0.5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New globals, separate from reflectance/THRESHOLD from Lesson 8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Same file -- every function below (old and new) can see all four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BASE_EFFORT: baseline forward speed. KP: proportional control gain from Lesson 5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2 -- track_until_cross()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track_until_cross():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while not is_at_cross():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error = get_error()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left = BASE_EFFORT - error * KP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right = BASE_EFFORT + error * KP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drivetrain.set_effort(left, right)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drivetrain.stop()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7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is_at_cross() and get_error() are called directly -- no prefix, because they're just names in the file's global scope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Proportional math is identical to Lesson 5, using global BASE_EFFORT/KP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3 -- Clearing the Intersection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When is_at_cross() becomes true, the sensors are over the intersection, but the turning center (rear axle) is still behind it.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clear_intersection():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drivetrain.straight(8, 0.5)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Drives forward a fixed 8 cm -- an exact distance, not a timing guess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 small helper function, whose only job is to be called by the turn functions next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 timing-based movement anywhere in this course -- distance-based is consistent regardless of battery level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4-5 -- turn_right() and turn_left()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3246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turn_right():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clear_intersection()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drivetrain.set_effort(0.3, -0.3)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while is_off_line():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pass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drivetrain.stop()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turn_left():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clear_intersection()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drivetrain.set_effort(-0.3, 0.3)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while is_off_line():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pass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drivetrain.stop()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Only difference between them: the motor efforts are swapped.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the Complete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board = Board.get_default_board()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board.wait_for_button()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print("Following line...")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print("Cross detected! Turning right...")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print("Following line again...")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print("Done!")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Expected behavior: follows the line, stops at the cross, clears the intersection, turns right, follows again, stops.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Demo Discussion &amp; Connection to 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How many lines of actual logic are in the test program? Just 3 function calls plus prints.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Where is all the sensor reading and motor control code? Organized into the two toolkits, out of the main program's way.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Coming up in Lesson 10: combine both toolkits into the Module 2 final project -- follow the circle, reverse direction 4 times.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Optional Extension -- Refactor into a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For courses that also cover classes/objects. Skip if not covering classes.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2788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class LineTrack: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def __init__(self):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self.sensor = LineSensor()          # composition!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self.drivetrain = DifferentialDrive.get_default_differential_drive()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self.base_effort = 0.4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self.kp = 0.5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def track_until_cross(self):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while not self.sensor.is_at_cross():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error = self.sensor.get_error()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changed: is_at_cross() becomes self.sensor.is_at_cross() -- delegating to the LineSensor object it contains, instead of calling a bare function.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This is object composition -- one class storing an instance of another class as an attribute (a "has-a" relationship).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