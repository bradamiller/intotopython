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Lesson 3: Bounce Driving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Write if/else statements in Python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Use while True for continuous robot behavior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Combine sensor checks with decision-making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Program the robot to bounce between circle edges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if/else explained  (10 min)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Bounce driving walkthrough  (15 min)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Practice and experiment  (20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Stopping to Bouncing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Lesson 2: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drives to edge → STOPS.  Done.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Today: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Robot drives to edge → TURNS AROUND → drives again → repeat forever!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2E75B6"/>
                </a:solidFill>
                <a:latin typeface="Calibri"/>
              </a:defRPr>
            </a:pPr>
            <a:r>
              <a:t>Like a ball bouncing off walls.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if/else Syntax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Syntax: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502920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46634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condition: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runs when condition is True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runs when condition is False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828800"/>
            <a:ext cx="5029200" cy="1828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66344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temperature = 85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temperature &gt; 80: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print("It's hot!")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print("It's comfortable.")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Only ONE block runs — never both.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if/else for Robot Decisions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400800" cy="3657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603504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left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 &gt;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ON the line — turn around!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drivetrain.turn(180)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OFF the line — keep driving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drivetrain.set_effort(0.3, 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37160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When sensor &gt; threshold: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 the line → stop and turn 180°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When sensor ≤ threshold: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Off the line → keep driving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The robot checks the sensor and decides what to 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while True — The Infinite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4008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6035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# this code runs FOREVER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Why?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True is always True — the condition never becomes False.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For robots: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The robot should keep running until you turn it off.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Common in robotics — the robot continuously senses and acts.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Complete Bounce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943600" cy="47548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5577840" cy="4480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threshold = 0.5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if left &gt;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print("Bounce!")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drivetrain.set_effort(0.3, 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Flow: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Drive forward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Check sensor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On line? → stop, print, turn 180°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Not on line? → keep driving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Repeat forever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Logical Operators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or — at least one must be True: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 &gt; 0.5 or right &gt; 0.5: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print("At least one sensor on the line!")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and — both must be True: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10972800" cy="1188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886199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left &gt; 0.5 and right &gt; 0.5: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print("BOTH sensors on the line!")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not — reverses True/False: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69280"/>
            <a:ext cx="10972800" cy="914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607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if not (left &gt; 0.5):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print("Left is NOT on the line")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Using Both Sensors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6400800" cy="384048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6035040" cy="3566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left = reflectance.get_left()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if left &gt; threshold or right &gt; threshold: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        drivetrain.set_effort(0.3, 0.3)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both sensors?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If the robot approaches the line at an angle, only one sensor may detect it first.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Using or catches both cases.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1: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Build the bounce driving program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Robot bounces back and forth inside the circle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2 (Challenge):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Use both sensors with or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Add a bounce counter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Observe: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What pattern does the robot follow?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Does it always bounce on the same line?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The problem: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The robot bounces back and forth on the SAME line.  Boring!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lesson (Lesson 4):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Add randomness!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import random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random.randint() — generate random numbers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Random turn angles → robot explores the whole circle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Preview: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120640"/>
            <a:ext cx="6400800" cy="1371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60350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angle = random.randint(90, 270)</a:t>
            </a:r>
          </a:p>
          <a:p>
            <a:pPr>
              <a:spcAft>
                <a:spcPts val="200"/>
              </a:spcAft>
              <a:defRPr sz="1400">
                <a:solidFill>
                  <a:srgbClr val="333333"/>
                </a:solidFill>
                <a:latin typeface="Courier New"/>
              </a:defRPr>
            </a:pPr>
            <a:r>
              <a:t>drivetrain.turn(angle)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