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2: Line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Lesson 4: Random 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Use import to bring in Python’s random module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Generate random numbers with random.randint()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Explain why predictable behavior is a problem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Modify bounce driving to use random turn 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The predictability problem  (5 min)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import and random module  (10 min)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Random bounce driving  (15 min)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Experimentation 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Predictability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Observe the Lesson 3 robot: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Drives forward → hits line → turns 180° → drives back → hits line → turns 180°…</a:t>
            </a: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Same path every time!  Never explores the circle.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Why?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180° always sends it straight back.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600"/>
              </a:spcAft>
              <a:defRPr sz="2000" b="1">
                <a:solidFill>
                  <a:srgbClr val="2E75B6"/>
                </a:solidFill>
                <a:latin typeface="Calibri"/>
              </a:defRPr>
            </a:pPr>
            <a:r>
              <a:t>Turn a DIFFERENT amount each time → explore the whole 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import — Using Python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Python has thousands of built-in tools organized into modules.</a:t>
            </a:r>
          </a:p>
          <a:p>
            <a:pPr>
              <a:spcAft>
                <a:spcPts val="6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 use one:  import module_name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73152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import random      # Makes random functions available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import time        # Makes time functions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3A5C"/>
                </a:solidFill>
                <a:latin typeface="Calibri"/>
              </a:defRPr>
            </a:pPr>
            <a:r>
              <a:t>You’ve already done this: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731520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from XRPLib.reflectance import Reflectance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  <a:latin typeface="Calibri"/>
              </a:defRPr>
            </a:pPr>
            <a:r>
              <a:t>Rule: Import at the TOP of your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random.randint()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3A5C"/>
                </a:solidFill>
                <a:latin typeface="Calibri"/>
              </a:defRPr>
            </a:pPr>
            <a:r>
              <a:t>random.randint(a, b) — returns a random integer between a and b (inclusive)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7772400" cy="20116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74066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import random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random.randint(1, 6)     # Like rolling a die: 1, 2, 3, 4, 5, or 6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random.randint(90, 270)  # Random angle for turning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random.randint(1, 100)   # Random percentage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3A5C"/>
                </a:solidFill>
                <a:latin typeface="Calibri"/>
              </a:defRPr>
            </a:pPr>
            <a:r>
              <a:t>Each call gives a DIFFERENT number: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777240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7406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print(random.randint(1, 10))  # Maybe 7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print(random.randint(1, 10))  # Maybe 3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print(random.randint(1, 10))  # Maybe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Adding Randomness to Bounce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Before (predictable):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914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drivetrain.turn(180)  # Always 180°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After (random):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486400" cy="1554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5120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angle = random.randint(90, 270)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print("Turning", angle, "degrees")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t>drivetrain.turn(angle)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75B6"/>
                </a:solidFill>
                <a:latin typeface="Calibri"/>
              </a:defRPr>
            </a:pPr>
            <a:r>
              <a:t>Result: Robot turns a different amount each bounce → explores the circle!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Complete Random Bounce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0972800" cy="5303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XRPLib.reflectance import Reflectance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XRPLib.differential_drive import DifferentialDrive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XRPLib.board import Board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import random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reflectance = Reflectance.get_default_reflectance()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drivetrain = DifferentialDrive.get_default_differential_drive()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board = Board.get_default_board()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threshold = 0.5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left = reflectance.get_left()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right = reflectance.get_right()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left &gt; threshold or right &gt; threshold: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drivetrain.stop()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angle = random.randint(90, 270)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print("Turning", angle, "degrees")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drivetrain.turn(angle)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drivetrain.set_effort(0.3, 0.3)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Experimenting with Ranges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3A5C"/>
                </a:solidFill>
                <a:latin typeface="Calibri"/>
              </a:defRPr>
            </a:pPr>
            <a:r>
              <a:t>Try different ranges and observe: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5155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459"/>
                <a:gridCol w="68351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randint(170, 190)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Small variation around 180° — mostly back and forth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randint(90, 270)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Wide range — good exploration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randint(45, 315)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Very wide — may turn too little sometimes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randint(90, 90)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Calibri"/>
                        </a:defRPr>
                      </a:pPr>
                      <a:r>
                        <a:t>Always 90° — not random at all!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  <a:latin typeface="Calibri"/>
              </a:defRPr>
            </a:pPr>
            <a:r>
              <a:t>Question: Which range keeps the robot inside the circle best?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Exercise 1: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Add random turns to your bounce program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Change drivetrain.turn(180) to use random.randint()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Exercise 2 (Challenge):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Experiment with different ranges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Record which range works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2E75B6"/>
                </a:solidFill>
                <a:latin typeface="Calibri"/>
              </a:defRPr>
            </a:pPr>
            <a:r>
              <a:t>Bonus: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Randomize the speed too!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Module 2 so far: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Lesson 1: Read sensors ✓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Lesson 2: while loops — drive to edge ✓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Lesson 3: if/else — bounce driving ✓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Lesson 4: import random — random turns ✓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1B3A5C"/>
                </a:solidFill>
                <a:latin typeface="Calibri"/>
              </a:defRPr>
            </a:pPr>
            <a:r>
              <a:t>Next (Lesson 5):</a:t>
            </a:r>
          </a:p>
          <a:p>
            <a:pPr>
              <a:spcAft>
                <a:spcPts val="6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Instead of BOUNCING off the line, FOLLOW it!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Proportional control — smooth, continuous line following</a:t>
            </a:r>
          </a:p>
          <a:p>
            <a:pPr lvl="1">
              <a:spcAft>
                <a:spcPts val="60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The robot adjusts steering based on how far it is from the line</a:t>
            </a:r>
          </a:p>
          <a:p>
            <a:pPr>
              <a:spcAft>
                <a:spcPts val="6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2E75B6"/>
                </a:solidFill>
                <a:latin typeface="Calibri"/>
              </a:defRPr>
            </a:pPr>
            <a:r>
              <a:t>Big shift: From bouncing to tracking!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