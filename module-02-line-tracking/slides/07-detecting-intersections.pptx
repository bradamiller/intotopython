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Lesson 7: Detecting Intersections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Detect when both sensors are on the line simultaneously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Use the and logical operator for combined conditions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Integrate intersection detection with line following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Program the robot to reverse direction at a 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What intersections look like to sensors  (10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Cross detection code  (15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Follow + detect + reverse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Adding the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New physical setup: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A taped cross — a perpendicular line crossing the circle.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Question: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"When the robot reaches this cross while following the line, what will the sensors see?"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Answer: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  <a:latin typeface="Calibri"/>
              </a:defRPr>
            </a:pPr>
            <a:r>
              <a:t>BOTH sensors will be on the line at the same time!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Sensors See an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During normal line following: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One sensor on line, one off → different values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left ≈ 0.8,  right ≈ 0.2  (or vice versa)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At an intersection (cross):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BOTH sensors on the line → both read high</a:t>
            </a:r>
          </a:p>
          <a:p>
            <a:pPr>
              <a:spcAft>
                <a:spcPts val="600"/>
              </a:spcAft>
              <a:defRPr sz="1800" b="1">
                <a:solidFill>
                  <a:srgbClr val="333333"/>
                </a:solidFill>
                <a:latin typeface="Calibri"/>
              </a:defRPr>
            </a:pPr>
            <a:r>
              <a:t>left &gt; 0.5  AND  right &gt; 0.5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E75B6"/>
                </a:solidFill>
                <a:latin typeface="Calibri"/>
              </a:defRPr>
            </a:pPr>
            <a:r>
              <a:t>This is our detection signal!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and Operator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73152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 &gt; 0.5 and right &gt; 0.5: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print("CROSS DETECTED!")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and truth table: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8328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 &gt; 0.5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 &gt; 0.5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 ← Cross!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Both must be True for and to be True.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Line Following + Cross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7772400" cy="5303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740664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left &gt; threshold and right &gt; threshold: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Cross detected!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print("Cross!")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Normal line following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error        = left - right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left_effort  = base_effort - error * Kp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right_effort = base_effort + error * Kp</a:t>
            </a:r>
          </a:p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drivetrain.set_effort(left_effort, right_effort)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28016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design:</a:t>
            </a:r>
          </a:p>
          <a:p>
            <a:pPr>
              <a:spcAft>
                <a:spcPts val="600"/>
              </a:spcAft>
              <a:defRPr sz="1700" b="1">
                <a:solidFill>
                  <a:srgbClr val="333333"/>
                </a:solidFill>
                <a:latin typeface="Calibri"/>
              </a:defRPr>
            </a:pPr>
            <a:r>
              <a:t>Check for cross FIRST, then do normal following.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Cross detected: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Stop, print, turn 180°, wait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Not a cross: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Two-sensor proportional following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time.sleep() After Turning?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Without sleep: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turns 180° → immediately re-reads sensors → still at the cross → turns again!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With sleep(0.3):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turns 180° → pauses briefly → moves past the cross → resumes following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The sleep gives the robot time to move away from the intersection.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Counting Crossings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8686800" cy="5029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8321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cross_count = 0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cross_count &lt; 4: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if left &gt; threshold and right &gt;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cross_count = cross_count + 1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print("Cross #", cross_count)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# line following code...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print("Done! Crossed", cross_count, "times.")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28016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This previews the final project!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1: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Follow the circle and reverse at the cross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Use two-sensor line following from Lesson 6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Add cross detection with and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Turn 180° when cross is detected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2 (Challenge):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Count crossings and stop after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2E75B6"/>
                </a:solidFill>
                <a:latin typeface="Calibri"/>
              </a:defRPr>
            </a:pPr>
            <a:r>
              <a:t>Test: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Does the robot reliably detect the cross?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What you’ve built so far (all as loose code):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Sensor reading, error calculation, cross detection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Proportional control, differential steering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All mixed together in one big program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(Lesson 8): Package sensor logic into a LineSensor class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get_error(),  is_at_cross(),  is_off_line()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First time writing a Python class!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Why? Organized code is easier to understand, test, and reuse.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