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2: Line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Lesson 7: Detecting Intersections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Detect when both sensors are on the line simultaneously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Use the and logical operator for combined conditions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Integrate intersection detection with line following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Program the robot to reverse direction at a cross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What intersections look like to sensors  (10 min)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Cross detection code  (15 min)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Follow + detect + reverse  (20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Adding the Cross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200" b="1">
                <a:solidFill>
                  <a:srgbClr val="1B3A5C"/>
                </a:solidFill>
                <a:latin typeface="Calibri"/>
              </a:defRPr>
            </a:pPr>
            <a:r>
              <a:t>New physical setup:</a:t>
            </a:r>
          </a:p>
          <a:p>
            <a:pPr>
              <a:spcAft>
                <a:spcPts val="6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A taped cross — a perpendicular line crossing the circle.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1B3A5C"/>
                </a:solidFill>
                <a:latin typeface="Calibri"/>
              </a:defRPr>
            </a:pPr>
            <a:r>
              <a:t>Question:</a:t>
            </a:r>
          </a:p>
          <a:p>
            <a:pPr>
              <a:spcAft>
                <a:spcPts val="600"/>
              </a:spcAft>
              <a:defRPr sz="2000" b="1">
                <a:solidFill>
                  <a:srgbClr val="2E75B6"/>
                </a:solidFill>
                <a:latin typeface="Calibri"/>
              </a:defRPr>
            </a:pPr>
            <a:r>
              <a:t>"When the robot reaches this cross while following the line, what will the sensors see?"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1B3A5C"/>
                </a:solidFill>
                <a:latin typeface="Calibri"/>
              </a:defRPr>
            </a:pPr>
            <a:r>
              <a:t>Answer:</a:t>
            </a: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  <a:latin typeface="Calibri"/>
              </a:defRPr>
            </a:pPr>
            <a:r>
              <a:t>BOTH sensors will be on the line at the same time!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Sensors See an Intersection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During normal line following: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One sensor on line, one off → different values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left ≈ 0.8,  right ≈ 0.2  (or vice versa)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At an intersection (cross):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BOTH sensors on the line → both read high</a:t>
            </a:r>
          </a:p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left &gt; 0.5  AND  right &gt; 0.5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E75B6"/>
                </a:solidFill>
                <a:latin typeface="Calibri"/>
              </a:defRPr>
            </a:pPr>
            <a:r>
              <a:t>This is our detection signal!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and Operator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731520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if left &gt; 0.5 and right &gt; 0.5: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    print("CROSS DETECTED!")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and truth table: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383280"/>
          <a:ext cx="9601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411480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left &gt; 0.5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right &gt; 0.5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True ← Cross!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577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A5C"/>
                </a:solidFill>
                <a:latin typeface="Calibri"/>
              </a:defRPr>
            </a:pPr>
            <a:r>
              <a:t>Both must be True for and to be True.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Line Following + Cross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7772400" cy="5303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74066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while True: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left  = reflectance.get_left()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right = reflectance.get_right()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if left &gt; threshold and right &gt; threshold: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# Cross detected!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drivetrain.stop()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print("Cross!")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drivetrain.turn(180)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time.sleep(0.3)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else: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# Normal line following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error        = left - right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left_effort  = base_effort - error * Kp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right_effort = base_effort + error * Kp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drivetrain.set_effort(left_effort, right_effort)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28016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design:</a:t>
            </a: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Check for cross FIRST, then do normal following.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Cross detected: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Stop, print, turn 180°, wait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Not a cross: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Two-sensor proportional following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time.sleep() After Turning?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200" b="1">
                <a:solidFill>
                  <a:srgbClr val="1B3A5C"/>
                </a:solidFill>
                <a:latin typeface="Calibri"/>
              </a:defRPr>
            </a:pPr>
            <a:r>
              <a:t>Without sleep:</a:t>
            </a:r>
          </a:p>
          <a:p>
            <a:pPr>
              <a:spcAft>
                <a:spcPts val="6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Robot turns 180° → immediately re-reads sensors → still at the cross → turns again!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1B3A5C"/>
                </a:solidFill>
                <a:latin typeface="Calibri"/>
              </a:defRPr>
            </a:pPr>
            <a:r>
              <a:t>With sleep(0.3):</a:t>
            </a:r>
          </a:p>
          <a:p>
            <a:pPr>
              <a:spcAft>
                <a:spcPts val="6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Robot turns 180° → pauses briefly → moves past the cross → resumes following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2E75B6"/>
                </a:solidFill>
                <a:latin typeface="Calibri"/>
              </a:defRPr>
            </a:pPr>
            <a:r>
              <a:t>The sleep gives the robot time to move away from the intersection.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Counting Crossings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8686800" cy="50292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8321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cross_count = 0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while cross_count &lt; 4: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    left  = reflectance.get_left()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    right = reflectance.get_right()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    if left &gt; threshold and right &gt; threshold: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        cross_count = cross_count + 1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        drivetrain.stop()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        print("Cross #", cross_count)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        drivetrain.turn(180)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        time.sleep(0.3)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    else: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        # line following code...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print("Done! Crossed", cross_count, "times.")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128016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 b="1">
                <a:solidFill>
                  <a:srgbClr val="2E75B6"/>
                </a:solidFill>
                <a:latin typeface="Calibri"/>
              </a:defRPr>
            </a:pPr>
            <a:r>
              <a:t>This previews the final project!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Alternative — Using a Function and a for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Another way to count crossings: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Write a function that line-follows until it hits a cross, then use a for loop to call it 4 times.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7315200" cy="42062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69494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def drive_to_cross():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"""Line-follow until a cross is detected."""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while True: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left  = reflectance.get_left()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right = reflectance.get_right()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if left &gt; threshold and right &gt; threshold: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    drivetrain.stop()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    return              # cross found — done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# normal line following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error = left - right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correction = error * Kp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    drivetrain.arcade(base_effort, -correction)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for i in range(4):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drive_to_cross()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drivetrain.turn(180)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urier New"/>
              </a:defRPr>
            </a:pPr>
            <a:r>
              <a:t>    time.sleep(0.3)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4688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Why this is nice: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The function does ONE job: drive until a cross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The for loop is simple and clear: do it 4 times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Easy to change: want 6 crosses? Just change range(4) to range(6)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E75B6"/>
                </a:solidFill>
                <a:latin typeface="Calibri"/>
              </a:defRPr>
            </a:pPr>
            <a:r>
              <a:t>Same result, different style!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200" b="1">
                <a:solidFill>
                  <a:srgbClr val="1B3A5C"/>
                </a:solidFill>
                <a:latin typeface="Calibri"/>
              </a:defRPr>
            </a:pPr>
            <a:r>
              <a:t>Exercise 1: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Follow the circle and reverse at the cross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Use two-sensor line following from Lesson 6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Add cross detection with and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Turn 180° when cross is detected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1B3A5C"/>
                </a:solidFill>
                <a:latin typeface="Calibri"/>
              </a:defRPr>
            </a:pPr>
            <a:r>
              <a:t>Exercise 2 (Challenge):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Count crossings and stop after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200" b="1">
                <a:solidFill>
                  <a:srgbClr val="2E75B6"/>
                </a:solidFill>
                <a:latin typeface="Calibri"/>
              </a:defRPr>
            </a:pPr>
            <a:r>
              <a:t>Test: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Does the robot reliably detect the cross?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200" b="1">
                <a:solidFill>
                  <a:srgbClr val="1B3A5C"/>
                </a:solidFill>
                <a:latin typeface="Calibri"/>
              </a:defRPr>
            </a:pPr>
            <a:r>
              <a:t>What you’ve built so far (all as loose code):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Sensor reading, error calculation, cross detection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Proportional control, differential steering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All mixed together in one big program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1B3A5C"/>
                </a:solidFill>
                <a:latin typeface="Calibri"/>
              </a:defRPr>
            </a:pPr>
            <a:r>
              <a:t>Next (Lesson 8): Package sensor logic into a LineSensor class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get_error(),  is_at_cross(),  is_off_line()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First time writing a Python class!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2E75B6"/>
                </a:solidFill>
                <a:latin typeface="Calibri"/>
              </a:defRPr>
            </a:pPr>
            <a:r>
              <a:t>Why? Organized code is easier to understand, test, and reuse.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