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Lesson 10: Module 2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Integrate LineSensor and LineTrack into a complete program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Write a main program that follows the circle and reverses at the cross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Test, debug, and refine a working robot program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Present and reflect on your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Project overview &amp; requirements  (10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Planning  (15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Implementation &amp; testing  (30 min)</a:t>
            </a:r>
          </a:p>
          <a:p>
            <a:pPr>
              <a:spcAft>
                <a:spcPts val="6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Demo &amp; reflection 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Module 2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progress: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1. Lesson 1: Read sensors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2. Lesson 2: while loops — drive to edge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3. Lesson 3: if/else — bounce driving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4. Lesson 4: import random — random turns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5. Lesson 5: Proportional control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6. Lesson 6: Two-sensor line following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7. Lesson 7: Intersection detection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8. Lesson 8: LineSensor class ✓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9. Lesson 9: LineTrack class 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7432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75B6"/>
                </a:solidFill>
                <a:latin typeface="Calibri"/>
              </a:defRPr>
            </a:pPr>
            <a:r>
              <a:t>10. Today: Put it ALL together!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robot must: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1. Follow the taped circle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2. Detect the cross intersection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3. Turn around (reverse direction)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4. Continue following</a:t>
            </a: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  <a:latin typeface="Calibri"/>
              </a:defRPr>
            </a:pPr>
            <a:r>
              <a:t>5. Repeat for 4 total reversals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6. Stop and print a completion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Code must: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Use LineSensor and LineTrack classes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Include print statements showing progress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Be organized and commented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Option A: Standard (Recommended)</a:t>
            </a:r>
          </a:p>
          <a:p>
            <a:pPr>
              <a:spcAft>
                <a:spcPts val="6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Follow → detect → reverse → repeat 4 times → stop</a:t>
            </a:r>
          </a:p>
          <a:p>
            <a:pPr>
              <a:spcAft>
                <a:spcPts val="6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Use existing classes without modification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Option B: Enhanced</a:t>
            </a:r>
          </a:p>
          <a:p>
            <a:pPr>
              <a:spcAft>
                <a:spcPts val="6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Option A plus: add turn_around() method, timing, LED feedback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Option C: Advanced</a:t>
            </a:r>
          </a:p>
          <a:p>
            <a:pPr>
              <a:spcAft>
                <a:spcPts val="6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Option A plus: off-line recovery, variable speed, creative additions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Main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7315200" cy="50292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9494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   = Board.get_default_board()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print("Starting!")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for i in range(4):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print("Leg", i + 1, "- Following...")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tracker.track_until_cross()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print("Cross! Reversing...")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tracker.turn_right()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tracker.turn_right()</a:t>
            </a: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print("Done! 4 reversals complete.")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3716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power of classes: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main program is just ~10 lines!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All the complex sensor and motor code is hidden inside LineSensor and LineTrack.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Testing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Test incrementally: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00584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to Check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Test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Does track_until_cross() follow to the cross?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Test 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Does the turn-around work?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Test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Does 1 full reversal work?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Test 4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Do all 4 reversals complete?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75B6"/>
                </a:solidFill>
                <a:latin typeface="Calibri"/>
              </a:defRPr>
            </a:pPr>
            <a:r>
              <a:t>If something fails: Add print statements, check threshold, adjust parameters.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Common Issues — and Fixes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943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doesn’t detect cross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Adjust threshold, widen tape cross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loses line after turn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Adjust time.sleep() in turn methods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goes wrong way after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Try turn_left() instead of turn_right()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oscillates on the line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Reduce Kp value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is too slow / too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Adjust base_effort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Rubric (50 points)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9601200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1828800"/>
              </a:tblGrid>
              <a:tr h="39319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Points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Code organization (classes correct)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Line following works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Cross detection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Reversal works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Completes 4 reversals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Testing evidence (prints)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Debugging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Demo works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Code explanation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Reflection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Build Time!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1. Verify LineSensor and LineTrack classes work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2. Write main program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3. Test incrementally (1 reversal → 4 reversals)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4. Debug and tune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5. Prepare for demo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Ask for help if stuck — debugging is part of the process!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Looking Ahead —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What you’ve built: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Reusable LineSensor and LineTrack classes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Skills: loops, conditionals, classes, composition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Module 3: Grid Driving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Use LineTrack on a taped GRID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track_until_cross() drives between intersections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turn_right() and turn_left() navigate the grid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Your Module 2 classes are the foundation for everything that follows!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