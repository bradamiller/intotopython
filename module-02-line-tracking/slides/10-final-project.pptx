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8" y="457199"/>
            <a:ext cx="2547897" cy="340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7153383" cy="6016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Lesson 10: Module 2 Final Project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3108961"/>
            <a:ext cx="6178118" cy="1770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Integrate LineSensor and LineTrack into a complete program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Write a main program that follows the circle and reverses at the cross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Test, debug, and refine a working robot program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Present and reflect on your work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8" y="3108961"/>
            <a:ext cx="3614896" cy="1722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Project overview &amp; requirements  (10 min)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Planning  (15 min)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Implementation &amp; testing  (30 min)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Demo &amp; reflection  (15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Module 2 Journey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59" y="1371601"/>
            <a:ext cx="5394962" cy="419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Your progress: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1. Lesson 1: Read sensors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2. Lesson 2: while loops — drive to edge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3. Lesson 3: if/else — bounce driving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4. Lesson 4: import random — random turns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5. Lesson 5: Proportional control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6. Lesson 6: Two-sensor line following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7. Lesson 7: Intersection detection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8. Lesson 8: LineSensor class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9. Lesson 9: LineTrack class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6446518" y="2743200"/>
            <a:ext cx="4542368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800">
                <a:solidFill>
                  <a:srgbClr val="2E75B6"/>
                </a:solidFill>
              </a:defRPr>
            </a:lvl1pPr>
          </a:lstStyle>
          <a:p>
            <a:pPr/>
            <a:r>
              <a:t>10. Today: Put it ALL together!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Project Requirements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594359" y="1371600"/>
            <a:ext cx="5852162" cy="2923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The robot must: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1. Follow the taped circle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2. Detect the cross intersection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3. Turn around (reverse direction)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4. Continue following</a:t>
            </a:r>
          </a:p>
          <a:p>
            <a:pPr>
              <a:spcBef>
                <a:spcPts val="600"/>
              </a:spcBef>
              <a:defRPr b="1">
                <a:solidFill>
                  <a:srgbClr val="333333"/>
                </a:solidFill>
              </a:defRPr>
            </a:pPr>
            <a:r>
              <a:t>5. Repeat for 4 total reversals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6. Stop and print a completion message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6903718" y="1371600"/>
            <a:ext cx="4937763" cy="1818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Code must: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Use LineSensor and LineTrack classes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Include print statements showing progress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Be organized and commented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Project Options</a:t>
            </a:r>
          </a:p>
        </p:txBody>
      </p:sp>
      <p:sp>
        <p:nvSpPr>
          <p:cNvPr id="112" name="TextBox 3"/>
          <p:cNvSpPr txBox="1"/>
          <p:nvPr/>
        </p:nvSpPr>
        <p:spPr>
          <a:xfrm>
            <a:off x="594360" y="1371601"/>
            <a:ext cx="10881361" cy="3835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Option A: Standard (Recommended)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Follow → detect → reverse → repeat 4 times → stop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Use existing classes without modification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Option B: Enhanced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Option A plus: add turn_around() method, timing, LED feedback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Option C: Advanced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Option A plus: off-line recovery, variable speed, creative additions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Main Program</a:t>
            </a:r>
          </a:p>
        </p:txBody>
      </p:sp>
      <p:sp>
        <p:nvSpPr>
          <p:cNvPr id="116" name="Rounded Rectangle 3"/>
          <p:cNvSpPr/>
          <p:nvPr/>
        </p:nvSpPr>
        <p:spPr>
          <a:xfrm>
            <a:off x="548640" y="1371600"/>
            <a:ext cx="7315201" cy="50292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4"/>
          <p:cNvSpPr txBox="1"/>
          <p:nvPr/>
        </p:nvSpPr>
        <p:spPr>
          <a:xfrm>
            <a:off x="801415" y="1713229"/>
            <a:ext cx="6688891" cy="399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   = Board.get_default_board()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 = LineTrack()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print("Starting!")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i in range(4):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tracker.track_until_cross()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tracker.turn_right()</a:t>
            </a: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2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print("Done! 4 reversals complete.")</a:t>
            </a:r>
          </a:p>
        </p:txBody>
      </p:sp>
      <p:sp>
        <p:nvSpPr>
          <p:cNvPr id="118" name="TextBox 5"/>
          <p:cNvSpPr txBox="1"/>
          <p:nvPr/>
        </p:nvSpPr>
        <p:spPr>
          <a:xfrm>
            <a:off x="8092439" y="1371601"/>
            <a:ext cx="3749042" cy="206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The power of classes: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The main program is just ~10 lines!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All the complex sensor and motor code is hidden inside LineSensor and LineTrack.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Testing Strategy</a:t>
            </a:r>
          </a:p>
        </p:txBody>
      </p:sp>
      <p:sp>
        <p:nvSpPr>
          <p:cNvPr id="122" name="TextBox 3"/>
          <p:cNvSpPr txBox="1"/>
          <p:nvPr/>
        </p:nvSpPr>
        <p:spPr>
          <a:xfrm>
            <a:off x="594360" y="1280161"/>
            <a:ext cx="10881361" cy="33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Test incrementally:</a:t>
            </a:r>
          </a:p>
        </p:txBody>
      </p:sp>
      <p:graphicFrame>
        <p:nvGraphicFramePr>
          <p:cNvPr id="123" name="Table 4"/>
          <p:cNvGraphicFramePr/>
          <p:nvPr/>
        </p:nvGraphicFramePr>
        <p:xfrm>
          <a:off x="548640" y="1828800"/>
          <a:ext cx="10058401" cy="25146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8229600"/>
              </a:tblGrid>
              <a:tr h="502919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What to Check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1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Does track_until_cross() follow to the cross?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Does the turn-around work?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3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Does 1 full reversal work?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 all 4 reversals complete?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24" name="TextBox 5"/>
          <p:cNvSpPr txBox="1"/>
          <p:nvPr/>
        </p:nvSpPr>
        <p:spPr>
          <a:xfrm>
            <a:off x="594360" y="4571999"/>
            <a:ext cx="8161445" cy="340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000">
                <a:solidFill>
                  <a:srgbClr val="2E75B6"/>
                </a:solidFill>
              </a:defRPr>
            </a:lvl1pPr>
          </a:lstStyle>
          <a:p>
            <a:pPr/>
            <a:r>
              <a:t>If something fails: Add print statements, check threshold, adjust parameters.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Common Issues — and Fixes</a:t>
            </a:r>
          </a:p>
        </p:txBody>
      </p:sp>
      <p:graphicFrame>
        <p:nvGraphicFramePr>
          <p:cNvPr id="128" name="Table 3"/>
          <p:cNvGraphicFramePr/>
          <p:nvPr/>
        </p:nvGraphicFramePr>
        <p:xfrm>
          <a:off x="365758" y="1371600"/>
          <a:ext cx="10515602" cy="301752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572000"/>
                <a:gridCol w="5943600"/>
              </a:tblGrid>
              <a:tr h="502919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Fix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doesn’t detect cross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Adjust threshold, widen tape cross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loses line after turn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Adjust time.sleep() in turn methods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goes wrong way after turn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Try turn_left() instead of turn_right()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oscillates on the line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Reduce Kp value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is too slow / too fast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Adjust base_effort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Rubric (50 points)</a:t>
            </a:r>
          </a:p>
        </p:txBody>
      </p:sp>
      <p:graphicFrame>
        <p:nvGraphicFramePr>
          <p:cNvPr id="132" name="Table 3"/>
          <p:cNvGraphicFramePr/>
          <p:nvPr/>
        </p:nvGraphicFramePr>
        <p:xfrm>
          <a:off x="914400" y="1371600"/>
          <a:ext cx="9601200" cy="471830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7772400"/>
                <a:gridCol w="1828800"/>
              </a:tblGrid>
              <a:tr h="393192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Code organization (classes correct)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10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Line following works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Cross detection works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Reversal works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Completes 4 reversals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Testing evidence (prints)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Debugging process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4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Demo works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Code explanation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3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Reflection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Total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50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Build Time!</a:t>
            </a:r>
          </a:p>
        </p:txBody>
      </p:sp>
      <p:sp>
        <p:nvSpPr>
          <p:cNvPr id="136" name="TextBox 3"/>
          <p:cNvSpPr txBox="1"/>
          <p:nvPr/>
        </p:nvSpPr>
        <p:spPr>
          <a:xfrm>
            <a:off x="594360" y="1371601"/>
            <a:ext cx="10881361" cy="3426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Steps: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1. Verify LineSensor and LineTrack classes work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2. Write main program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3. Test incrementally (1 reversal → 4 reversals)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4. Debug and tune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5. Prepare for demo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000">
                <a:solidFill>
                  <a:srgbClr val="2E75B6"/>
                </a:solidFill>
              </a:defRPr>
            </a:pPr>
            <a:r>
              <a:t>Ask for help if stuck — debugging is part of the process!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2"/>
          <p:cNvSpPr txBox="1"/>
          <p:nvPr/>
        </p:nvSpPr>
        <p:spPr>
          <a:xfrm>
            <a:off x="594360" y="137159"/>
            <a:ext cx="10881361" cy="49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Looking Ahead — Module 3</a:t>
            </a:r>
          </a:p>
        </p:txBody>
      </p:sp>
      <p:sp>
        <p:nvSpPr>
          <p:cNvPr id="140" name="TextBox 3"/>
          <p:cNvSpPr txBox="1"/>
          <p:nvPr/>
        </p:nvSpPr>
        <p:spPr>
          <a:xfrm>
            <a:off x="594360" y="1371601"/>
            <a:ext cx="10881361" cy="4200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What you’ve built: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Reusable LineSensor and LineTrack classes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Skills: loops, conditionals, classes, composition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Module 3: Grid Driving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Use LineTrack on a taped GRID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track_until_cross() drives between intersections</a:t>
            </a:r>
          </a:p>
          <a:p>
            <a:pPr lvl="1" indent="457200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turn_right() and turn_left() navigate the grid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b="1" sz="2000">
                <a:solidFill>
                  <a:srgbClr val="2E75B6"/>
                </a:solidFill>
              </a:defRPr>
            </a:pPr>
            <a:r>
              <a:t>Your Module 2 classes are the foundation for everything that follows!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