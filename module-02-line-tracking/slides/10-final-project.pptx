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2: Line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Module 2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Integrate the sensor and driving toolkits into a complete program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Write a main program that follows the circle and reverses at the cross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Test, debug, and refine a working robot program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Present and reflect on your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Project overview &amp; requirements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Planning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Implementation &amp; testing (30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Demo &amp; reflection (15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2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Your progress: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1: Read sensors ✓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2: while loops — drive to edge ✓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3: if/else — bounce driving ✓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4: import random — random turns ✓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5: Proportional control ✓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6: Two-sensor line following ✓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7: Intersection detection ✓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8: Sensor functions toolkit ✓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Lesson 9: Driving functions toolkit ✓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Today: Put it ALL together!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robot must: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Follow the taped circle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Detect the cross intersection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Turn around (reverse direction)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Continue following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Repeat for 4 total reversals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Stop and print a completion message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Code must: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the sensor and driving toolkit functions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Include print statements showing progress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Be organized and commented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 A: Standard (Recommended)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Follow → detect → reverse → repeat 4 times → stop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existing toolkit functions without modification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 B: Enhanced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Option A plus: add turn_around() function, timing prints, LED feedback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Option C: Advanced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Option A plus: off-line recovery, variable speed, creative additions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Main Program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3246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070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board = Board.get_default_board()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print("Starting!")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i in range(4):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print("Leg", i + 1, "- Following...")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print("Cross! Reversing...")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print("Done! 4 reversals complete.")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power of organized toolkits: The main program is just 10 lines!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incrementally: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to Check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Test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Does `track_until_cross()` follow to the cross?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Test 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Does the turn-around work?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Test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Does 1 full reversal work?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Test 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Do all 4 reversals complete?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If something fails: Add print statements, check THRESHOLD, adjust parameters.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Issues &amp; Fixes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doesn't detect cross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Adjust `THRESHOLD`, widen tape cross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loses line after turn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Check `clear_intersection()`'s 8 cm against your robot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goes wrong way after 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Try `turn_left()` instead of `turn_right()`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oscillates on the line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Reduce `KP` value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is too slow/fast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Adjust `BASE_EFFORT`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Rubric (50 points)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058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Code organization (toolkits correct)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Line following works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Cross detection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Reversal works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Completes 4 reversals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Testing evidence (prints)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Debugging process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Demo works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Code 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Reflection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**Total**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**50**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Build Time!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Verify the sensor and driving toolkits work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main program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incrementally (1 reversal → 4 reversals)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Debug and tune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Prepare for demo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Ask for help if stuck — debugging is part of the process!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Looking Ahead —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you've built: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Reusable sensor and driving function toolkits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Skills: loops, conditionals, global variables, function composition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Module 3: Grid Driving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the driving toolkit on a taped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track_until_cross() drives between intersections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turn_right() and turn_left() navigate the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Your Module 2 toolkits are the foundation for everything that follows!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Optional Extension -- The Final Project with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For courses that also cover classes/objects. Skip if not covering classes.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1874519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tracker = LineTrack()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i in range(4):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tracker.track_until_cross()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tracker.turn_right()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tracker.turn_right()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59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Every call has a direct counterpart: tracker.track_until_cross() ↔ track_until_cross(), tracker.turn_right() ↔ turn_right(). Robot behavior is identical either way -- only the packaging differs.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