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Lesson 8: Introduction to Classes — LineSensor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Understand why classes are useful for organizing code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Write a class with __init__, self, and methods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Create objects and call methods on them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working LineSensor class for the XRP robot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Why classes?  (5 min)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Class syntax walkthrough  (10 min)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Build LineSensor step by step  (15 min)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Practice: write and test your LineSensor 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 with Our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Our Lesson 7 code has everything mixed together: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7772400" cy="4389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7406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  = DifferentialDrive.get_default_differential_drive()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base_effort = 0.4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kp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error = left -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left &gt; threshold and right &gt;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drivetrain.set_effort(base_effort - error * kp,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       base_effort + error * kp)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Problems: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Sensor code and driving code are tangled together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Hard to reuse just the sensor part in another program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Hard to read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2E75B6"/>
                </a:solidFill>
                <a:latin typeface="Calibri"/>
              </a:defRPr>
            </a:pPr>
            <a:r>
              <a:t>"How could we separate the sensor logic from the driving logic?"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a Class?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3A5C"/>
                </a:solidFill>
                <a:latin typeface="Calibri"/>
              </a:defRPr>
            </a:pPr>
            <a:r>
              <a:t>A class is a blueprint that groups related data and functions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Analogy — TV Remote: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Data it stores: current channel, volume level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Actions it can do: change channel, adjust volume, power on/off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Analogy — LineSensor: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Data it stores: the reflectance hardware, a threshold value</a:t>
            </a:r>
          </a:p>
          <a:p>
            <a:pPr lvl="1"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Actions it can do: get error, check for cross, check if off line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116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29200"/>
              </a:tblGrid>
              <a:tr h="47548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The blueprint (the design)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 specific thing built from the blueprint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 function that belongs to a class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 variable that belongs to an object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You Already Use Classes!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Every time you wrote this, you were using a class: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9144000" cy="19202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87782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 = DifferentialDrive.get_default_differential_drive()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drivetrain.straight(30)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drivetrain.turn(90)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drivetrain.stop()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DifferentialDrive is a class (the blueprint)</a:t>
            </a:r>
          </a:p>
          <a:p>
            <a:pPr>
              <a:spcAft>
                <a:spcPts val="5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drivetrain is an object (a specific instance)</a:t>
            </a:r>
          </a:p>
          <a:p>
            <a:pPr>
              <a:spcAft>
                <a:spcPts val="5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.straight(), .turn(), .stop() are methods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Today you will build your own class — just like the ones in XRPLib!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Class Syntax — The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Defining an empty class: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943600" cy="10058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577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class — keyword that starts a class definition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LineSensor — the name (CamelCase: capitalize each word)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: — colon starts the body (just like def and for)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pass — placeholder for “nothing here yet”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Creating an object (instantiation):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828800"/>
            <a:ext cx="5303520" cy="10058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20240"/>
            <a:ext cx="4937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print(type(sensor))  # &lt;class '__main__.LineSensor'&gt;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E75B6"/>
                </a:solidFill>
                <a:latin typeface="Calibri"/>
              </a:defRPr>
            </a:pPr>
            <a:r>
              <a:t>Key point: Parentheses () after the class name create a new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__init__ Method (Constructor)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__init__ runs automatically when you create an object: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9144000" cy="1828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87782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self.threshold = 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def __init__(self): — special method, called the constructor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 — refers to the object being created (“me, myself”)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self.reflectance — stores the sensor hardware on this object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self.threshold — stores 0.5 on this 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Using it: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4297680"/>
            <a:ext cx="5303520" cy="10058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4389120"/>
            <a:ext cx="4937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       # __init__ runs here!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print(sensor.threshold)     # Prints: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E75B6"/>
                </a:solidFill>
                <a:latin typeface="Calibri"/>
              </a:defRPr>
            </a:pPr>
            <a:r>
              <a:t>The big idea: self.something means “this object’s something”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Understanding 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8580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4922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When you write: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sensor_a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Python does this behind the scenes: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1. Creates a new empty object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2. Passes it to __init__ as self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3. self.threshold = 0.5  sets THIS object's 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4. Returns the object, stored in sensor_a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3A5C"/>
                </a:solidFill>
                <a:latin typeface="Calibri"/>
              </a:defRPr>
            </a:pPr>
            <a:r>
              <a:t>Rule: You write self in the definition. NEVER write self when calling.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68580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64922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Definition: self is first parameter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get_error(self):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Call: no self -- Python adds it automatically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error = sensor.get_error()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3716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self = “the object referring to itself”</a:t>
            </a:r>
          </a:p>
          <a:p>
            <a:pPr>
              <a:spcAft>
                <a:spcPts val="5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Analogy: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Two students in class each say “my name is…”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self is each student’s word for “my.”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Adding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method is a function inside a class: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6858000" cy="3840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922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get_left(self):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get_right(self):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get_error(self):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self.get_left() - self.get_right()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rules for methods: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Indented inside the class (one level in)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Always take self as the first parameter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self. to access attributes (self.reflectance)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self. to call other methods (self.get_left())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Calling methods on an object: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217920"/>
            <a:ext cx="68580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6492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print(sensor.get_left())    # Read left sensor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print(sensor.get_error())   # Compute 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Boolean Methods — is_at_cross() and is_off_line()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Methods that return True or False: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0972800" cy="19202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070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is_at_cross(self):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self.get_left() &gt; self.threshold and self.get_right() &gt; self.threshold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is_off_line(self):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self.get_left() &lt; self.threshold and self.get_right() &lt; self.threshold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840480"/>
          <a:ext cx="9144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0972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is_at_cross()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is_off_line()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line, centered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line, left of center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At intersection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Off line entirely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65760" y="5486400"/>
            <a:ext cx="68580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64922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not sensor.is_at_cross():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keep following line...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sensor.is_off_line():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print("Lost the line!")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Complete LineSensor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77724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4066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LineSensor: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get_left(self):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get_right(self):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get_error(self):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self.get_left() - self.get_right()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is_at_cross(self):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(self.get_left() &gt; self.threshold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and self.get_right() &gt; self.threshold)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is_off_line(self):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(self.get_left() &lt; self.threshold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and self.get_right() &lt; self.threshold)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280160"/>
            <a:ext cx="3474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Inventory: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1 class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1 constructor (__init__)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2 attributes: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self.reflectance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self.threshold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5 methods: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get_left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get_right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get_error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is_at_cross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is_off_line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Before vs. After — Why Classes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0000"/>
                </a:solidFill>
                <a:latin typeface="Calibri"/>
              </a:defRPr>
            </a:pPr>
            <a:r>
              <a:t>Before (Lesson 7 — no class):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926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    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   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error    = left -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at_cross = left &gt; threshold and right &gt; threshold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off_line = left &lt; threshold and right &lt;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77B41"/>
                </a:solidFill>
                <a:latin typeface="Calibri"/>
              </a:defRPr>
            </a:pPr>
            <a:r>
              <a:t>After (Lesson 8 — with class):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486400" cy="2011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1206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 = LineSensor()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error    = sensor.get_error()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at_cross = sensor.is_at_cross()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off_line = sensor.is_off_line()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improved: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Fewer lines of code where you use it  •  Reads almost like English</a:t>
            </a:r>
          </a:p>
          <a:p>
            <a:pPr>
              <a:spcAft>
                <a:spcPts val="5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Sensor logic is packaged and reusable  •  Threshold stored in one place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Common Mistakes — and Connection to 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Watch out for these errors: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0972800" cy="3474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070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Mistake 1: Forgetting self in method definition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get_error():          # WRONG -- missing self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get_error(self):      # CORRECT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Mistake 2: Forgetting self. when accessing attributes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return reflectance.get_left()          # WRONG -- which reflectance?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return self.reflectance.get_left()     # CORRECT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Mistake 3: Passing self when calling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sensor.get_error(sensor)   # WRONG -- Python does this automatically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sensor.get_error()         # 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Coming up in Lesson 9: Object Composition</a:t>
            </a:r>
          </a:p>
          <a:p>
            <a:pPr>
              <a:spcAft>
                <a:spcPts val="5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LineTrack class that uses a LineSensor inside it!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217920"/>
            <a:ext cx="91440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87782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LineTrack: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self.sensor    = LineSensor()  # Uses LineSensor!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self.drivetrain = DifferentialDrive.get_default_differential_drive()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