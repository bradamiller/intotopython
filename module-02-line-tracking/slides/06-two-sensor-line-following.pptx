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A0C4E8"/>
                </a:solidFill>
                <a:latin typeface="Calibri"/>
              </a:defRPr>
            </a:pPr>
            <a:r>
              <a:t>Module 2: Line Tracking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Calibri"/>
              </a:defRPr>
            </a:pPr>
            <a:r>
              <a:t>Lesson 6: Two-Sensor Line Following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548640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B3A5C"/>
                </a:solidFill>
                <a:latin typeface="Calibri"/>
              </a:defRPr>
            </a:pPr>
            <a:r>
              <a:t>Learning Objectives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Understand why two sensors are better than one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Calculate error using left and right sensors: error = left − right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Implement a two-sensor proportional control loop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Compare one-sensor and two-sensor line following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3108960"/>
            <a:ext cx="502920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B3A5C"/>
                </a:solidFill>
                <a:latin typeface="Calibri"/>
              </a:defRPr>
            </a:pPr>
            <a:r>
              <a:t>Agenda</a:t>
            </a:r>
          </a:p>
          <a:p>
            <a:pPr>
              <a:spcAft>
                <a:spcPts val="6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Why one sensor is not enough  (5 min)</a:t>
            </a:r>
          </a:p>
          <a:p>
            <a:pPr>
              <a:spcAft>
                <a:spcPts val="6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Two-sensor error calculation  (10 min)</a:t>
            </a:r>
          </a:p>
          <a:p>
            <a:pPr>
              <a:spcAft>
                <a:spcPts val="6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Build and test two-sensor follower  (15 min)</a:t>
            </a:r>
          </a:p>
          <a:p>
            <a:pPr>
              <a:spcAft>
                <a:spcPts val="6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Compare one-sensor vs. two-sensor  (20 min)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The Limitation of One Sensor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One sensor (Lesson 5) follows the EDGE: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Problem scenarios: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Robot drifts completely off the line to the right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Sensor reads low (white)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But is the line to the LEFT or to the RIGHT?</a:t>
            </a:r>
          </a:p>
          <a:p>
            <a:pPr lvl="1">
              <a:spcAft>
                <a:spcPts val="600"/>
              </a:spcAft>
              <a:defRPr sz="1800" b="1">
                <a:solidFill>
                  <a:srgbClr val="333333"/>
                </a:solidFill>
                <a:latin typeface="Calibri"/>
              </a:defRPr>
            </a:pPr>
            <a:r>
              <a:t>One sensor cannot tell!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Solution: Use BOTH sensors — one on each side of the line.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2E75B6"/>
                </a:solidFill>
                <a:latin typeface="Calibri"/>
              </a:defRPr>
            </a:pPr>
            <a:r>
              <a:t>"If you close one eye, can you still judge distances? What about with both eyes?"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Two Sensors Straddle the Line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71600"/>
          <a:ext cx="106984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86000"/>
                <a:gridCol w="2286000"/>
                <a:gridCol w="411480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Position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Left Sensor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Right Sensor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Meaning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Centered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~0.5 (medium)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~0.5 (medium)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Both sensors at edge — drive straight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Drifted left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High (0.8+)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Low (0.2–)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Left on line, right on white — steer left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Drifted right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Low (0.2–)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High (0.8+)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Right on line, left on white — steer right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319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The difference between sensors tells us EVERYTHING: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How far we drifted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Which direction we drifted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The Two-Sensor Error Formula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One sensor (Lesson 5):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0972800" cy="82296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10607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error = setpoint - sensor_reading    # Needs a setpoint!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43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Two sensors (this lesson):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291840"/>
            <a:ext cx="10972800" cy="82296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429000"/>
            <a:ext cx="10607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error = reflectance.get_left() - reflectance.get_right()    # No setpoint needed!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4297680"/>
          <a:ext cx="1033272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914400"/>
                <a:gridCol w="914400"/>
                <a:gridCol w="1645920"/>
                <a:gridCol w="4572000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Robot Position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Left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Right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error = L − R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Meaning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Centered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Drive straight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Drifted left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0.8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0.2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+0.6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Steer left to correct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Drifted right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−0.6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Steer right to correct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Both on white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0.1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0.1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0.0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Off the line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Both on black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Intersection?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Applying the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Motor effort formula: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7315200" cy="11887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69494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left_effort  = base_effort - error * Kp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right_effort = base_effort + error * Kp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9184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Why the signs?</a:t>
            </a:r>
          </a:p>
          <a:p>
            <a:pPr>
              <a:spcAft>
                <a:spcPts val="600"/>
              </a:spcAft>
              <a:defRPr sz="1800" b="1">
                <a:solidFill>
                  <a:srgbClr val="333333"/>
                </a:solidFill>
                <a:latin typeface="Calibri"/>
              </a:defRPr>
            </a:pPr>
            <a:r>
              <a:t>If error is positive (drifted left, left sensor on line):</a:t>
            </a:r>
          </a:p>
          <a:p>
            <a:pPr lvl="1"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Need to steer left to get back</a:t>
            </a:r>
          </a:p>
          <a:p>
            <a:pPr lvl="1"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Slow down left motor (subtract), speed up right motor (add)</a:t>
            </a:r>
          </a:p>
          <a:p>
            <a:pPr>
              <a:spcAft>
                <a:spcPts val="600"/>
              </a:spcAft>
              <a:defRPr sz="1800" b="1">
                <a:solidFill>
                  <a:srgbClr val="333333"/>
                </a:solidFill>
                <a:latin typeface="Calibri"/>
              </a:defRPr>
            </a:pPr>
            <a:r>
              <a:t>If error is negative (drifted right, right sensor on line):</a:t>
            </a:r>
          </a:p>
          <a:p>
            <a:pPr lvl="1"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Need to steer right to get back</a:t>
            </a:r>
          </a:p>
          <a:p>
            <a:pPr lvl="1"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Speed up left motor (subtracting a negative = adding), slow down right motor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 b="1">
                <a:solidFill>
                  <a:srgbClr val="2E75B6"/>
                </a:solidFill>
                <a:latin typeface="Calibri"/>
              </a:defRPr>
            </a:pPr>
            <a:r>
              <a:t>Note: Signs are reversed from Lesson 5 because the error formula changed.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Trace Through the Math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Scenario: Robot drifts left  (left sensor on line)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6858000" cy="292608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74520"/>
            <a:ext cx="6492240" cy="2651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left_sensor   = 0.8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right_sensor  = 0.2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error         = 0.8 - 0.2 = 0.6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Kp            = 0.5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base_effort   = 0.3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left_effort   = 0.3 - (0.6 * 0.5) = 0.3 - 0.3 = 0.0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right_effort  = 0.3 + (0.6 * 0.5) = 0.3 + 0.3 = 0.6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1737360"/>
            <a:ext cx="4389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>
                <a:solidFill>
                  <a:srgbClr val="333333"/>
                </a:solidFill>
                <a:latin typeface="Calibri"/>
              </a:defRPr>
            </a:pPr>
            <a:r>
              <a:t>Left motor stops, right runs fast → robot turns left, back toward center.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Scenario: Robot drifts right  (right sensor on line)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394960"/>
            <a:ext cx="6858000" cy="228600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532120"/>
            <a:ext cx="649224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left_sensor   = 0.2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right_sensor  = 0.8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error         = 0.2 - 0.8 = -0.6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left_effort   = 0.3 - (-0.6 * 0.5) = 0.3 + 0.3 = 0.6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right_effort  = 0.3 + (-0.6 * 0.5) = 0.3 - 0.3 = 0.0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5394960"/>
            <a:ext cx="4389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>
                <a:solidFill>
                  <a:srgbClr val="333333"/>
                </a:solidFill>
                <a:latin typeface="Calibri"/>
              </a:defRPr>
            </a:pPr>
            <a:r>
              <a:t>Right motor stops, left runs fast → robot turns right, back toward center.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The Complete Two-Sensor Program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80160"/>
            <a:ext cx="10972800" cy="53035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60704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from XRPLib.differential_drive import DifferentialDrive</a:t>
            </a: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from XRPLib.reflectance import Reflectance</a:t>
            </a: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from XRPLib.board import Board</a:t>
            </a: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import time</a:t>
            </a: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drivetrain  = DifferentialDrive.get_default_differential_drive()</a:t>
            </a: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reflectance = Reflectance.get_default_reflectance()</a:t>
            </a: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board       = Board.get_default_board()</a:t>
            </a: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Kp          = 0.5</a:t>
            </a: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base_effort = 0.3</a:t>
            </a: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board.wait_for_button()</a:t>
            </a: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while True:</a:t>
            </a: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# Read both sensors</a:t>
            </a: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left_sensor  = reflectance.get_left()</a:t>
            </a: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right_sensor = reflectance.get_right()</a:t>
            </a: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# Calculate error</a:t>
            </a: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error = left_sensor - right_sensor</a:t>
            </a: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# Apply correction</a:t>
            </a: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left_effort  = base_effort - error * Kp</a:t>
            </a: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right_effort = base_effort + error * Kp</a:t>
            </a: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drivetrain.set_effort(left_effort, right_effort)</a:t>
            </a: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time.sleep(0.01)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One Sensor vs. Two Sensors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02412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65760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Feature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One Sensor (L5)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Two Sensors (L6)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What it follows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Edge of the 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Center of the line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Error formula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setpoint − sensor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left − right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Needs setpoint?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Yes (0.5)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Motor formula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base ± correction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base ∓ error×Kp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Smoothness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Good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Better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Recovery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Can only detect one side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Detects both sides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Exploring Sensor Readings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Before running the control loop, explore the sensor values: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7315200" cy="43891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694944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from XRPLib.reflectance import Reflectance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from XRPLib.board import Board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import time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reflectance = Reflectance.get_default_reflectance()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board = Board.get_default_board()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board.wait_for_button()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while True: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left  = reflectance.get_left()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right = reflectance.get_right()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error = left - right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print(f"L={left:.2f}  R={right:.2f}  err={error:.2f}")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time.sleep(0.2)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1828800"/>
            <a:ext cx="3840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Activity: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Slowly slide the robot across the line and watch how error changes.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Centered: error near 0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Left on line: error positive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Right on line: error negative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Exercise — Two-Sensor Line Following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Your task: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1. Type in the two-sensor control program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2. Place the robot so the line runs between both sensors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3. Press button and observe the tracking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4. Add debug printing to see the values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Then compare: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5. Run your Lesson 5 (one-sensor) program on the same circle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6. Run the Lesson 6 (two-sensor) program on the same circle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37160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Questions to answer: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Which version follows the line more smoothly?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Which version handles the curved parts better?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Which version can handle a higher base_effort without losing the line?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A Curious Case — Both Sensors High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What happens when both sensors read high?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377440"/>
            <a:ext cx="6400800" cy="16459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514600"/>
            <a:ext cx="603504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left_sensor  = 0.9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right_sensor = 0.9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error        = 0.9 - 0.9 = 0.0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29768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Error is zero — the robot drives straight.</a:t>
            </a:r>
          </a:p>
          <a:p>
            <a:pPr>
              <a:spcAft>
                <a:spcPts val="6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But what does it mean physically when both sensors see the line?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2E75B6"/>
                </a:solidFill>
                <a:latin typeface="Calibri"/>
              </a:defRPr>
            </a:pPr>
            <a:r>
              <a:t>Answer: The robot might be at an INTERSECTION!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This is the key idea for Lesson 7: both sensors high = intersection detected.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Connection to Lesson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What we accomplished today: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Smooth two-sensor line following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Error = left − right (no setpoint needed)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Smoother tracking than one sensor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Next lesson: Detecting Intersections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Add a taped cross to the circle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When both sensors read high: intersection detected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Robot stops, turns around, and continues in the opposite direction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2E75B6"/>
                </a:solidFill>
                <a:latin typeface="Calibri"/>
              </a:defRPr>
            </a:pPr>
            <a:r>
              <a:t>"How can we tell the difference between 'centered on the line' and 'at an intersection'?"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394960"/>
            <a:ext cx="6858000" cy="137160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532120"/>
            <a:ext cx="6492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if left_sensor &gt; 0.5 and right_sensor &gt; 0.5: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# We are at an intersection!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drivetrain.stop()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drivetrain.turn(180)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