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Lesson 2: Drive to the Edge and Stop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Write while loops in Python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Use comparison operators (&lt;, &gt;, ==)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Combine sensor reading with a while loop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Program the robot to drive until a condition is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while loops explained  (10 min)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Guided practice: drive to edge  (15 min)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Independent practice 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Last lesson: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We read sensor values, but the robot just sat still.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Today's goal: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Make the robot drive forward AND check the sensor continuously.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When it detects the line — stop!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Question:</a:t>
            </a: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"How do we repeat ‘drive and check’ without knowing how many times?"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for Loop vs. while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for loop (Module 1):  Repeat a FIXED number of times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554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120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for i in range(4):    # Always runs 4 times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drivetrain.straight(30)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drivetrain.turn(90)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while loop (NEW):  Repeat UNTIL a condition changes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486400" cy="1554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5120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left &lt; 0.5:    # Runs until left &gt;= 0.5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drivetrain.set_effort(0.3, 0.3)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= reflectance.get_left()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E75B6"/>
                </a:solidFill>
                <a:latin typeface="Calibri"/>
              </a:defRPr>
            </a:pPr>
            <a:r>
              <a:t>Key difference:  for = fixed count.     while = until something happens.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while Loop Syntax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6858000" cy="18288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64922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condition: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code that runs while condition is True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code stops when condition becomes False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Rules: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Colon : after the condition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Indented body (same as for)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Condition is checked BEFORE each iteration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Loop exits when condition is False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Comparison Operators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`&lt;`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Less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0.2 &lt;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`&gt;`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Greater than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0.8 &gt; 0.5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`==`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Equal 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4 ==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`!=`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Not equal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3 != 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`&lt;=`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Less or equal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5 &lt;=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`&gt;=`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Greater or equal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0.6 &gt;= 0.5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E75B6"/>
                </a:solidFill>
                <a:latin typeface="Calibri"/>
              </a:defRPr>
            </a:pPr>
            <a:r>
              <a:t>For sensors:  left &lt; 0.5  means “sensor is on white (below threshold)”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Drive to the Edge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41148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1206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threshold = 0.5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left &lt;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drivetrain.set_effort(0.3, 0.3)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= reflectance.get_left()  # UPDATE!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drivetrain.stop()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print("Line detected!")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Step by step: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1. Read sensor before entering loop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2. While on white (below threshold) → drive forward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3. Update sensor reading EVERY iteration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4. When sensor hits line (above threshold) → loop exits → stop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CRITICAL — Update Inside the Loop!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7B41"/>
                </a:solidFill>
                <a:latin typeface="Calibri"/>
              </a:defRPr>
            </a:pPr>
            <a:r>
              <a:t>CORRECT: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486400" cy="1554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120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left &lt;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drivetrain.set_effort(0.3, 0.3)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= reflectance.get_left()  # Updates!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00000"/>
                </a:solidFill>
                <a:latin typeface="Calibri"/>
              </a:defRPr>
            </a:pPr>
            <a:r>
              <a:t>WRONG: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486400" cy="1554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5120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left &lt;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drivetrain.set_effort(0.3, 0.3)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left never changes → infinite loop!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Rule: Always update the variable you’re checking inside the while loop!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set_effort vs. straight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drivetrain.straight(30)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Drives exactly 30 cm, then stops.  BLOCKS until done.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drivetrain.set_effort(0.3, 0.3)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Sets motor power and returns IMMEDIATELY.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2E75B6"/>
                </a:solidFill>
                <a:latin typeface="Calibri"/>
              </a:defRPr>
            </a:pPr>
            <a:r>
              <a:t>Why set_effort?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We need to check the sensor continuously.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straight() would drive the whole distance before we could check!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Place robot inside the taped circle.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Program it to: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Wait for button press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Drive forward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Stop when it detects the line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Starter code provided — fill in the missing parts.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Robot drives forward?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Robot stops at the line?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Print shows sensor values?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Today: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 drives to the edge and STOPS.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lesson (Lesson 3):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 drives to the edge and TURNS AROUND!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if/else statements — making decisions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“Bounce driving” — robot bounces between edges of the circle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Preview: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29200"/>
            <a:ext cx="6858000" cy="1554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66360"/>
            <a:ext cx="64922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left &gt;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drivetrain.turn(180)  # Turn around!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drivetrain.set_effort(0.3, 0.3)  # Keep going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