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Completed Dijkstra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Initialize the distances, visited, and previous data structures in code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the main Dijkstra loop: find minimum, update neighbors, mark visited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 the shortest path by tracing back through the previous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compute_path with and without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Review: the three data structures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Initializing data structures in code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main loop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Path reconstruction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Tracing through an example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Teaching the Computer Your Paper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Remember Lesson 3? You traced Dijkstra's algorithm by hand: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Picked the unvisited node with the smallest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Updated its neighbors' distances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Marked it visited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back through previous to get the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 describe those steps precisely enough that someone who has never seen the algorithm could follow them?"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you can, you can write the code. Programming is writing precise instructions.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You'll turn your paper trace into Python — the compute_path method.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Setting Up the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Inside compute_path, we first initialize our three data structures: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Set all nodes to a very large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node in self.graph: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Start node is distance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distances[self.start]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previous[self.start]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999999? It represents "infinity" — we haven't found a path yet. Any real distance will be shorter.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is start set to 0? The distance from start to itself is zero steps.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previous[start] = None? The start node has no node before it.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the Minimum-Distance Unvisited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the trickiest part. We need to scan all nodes and find the unvisited one with the smallest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Find unvisited node with smallest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current_distance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node in distances: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node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distances[node] &lt; current_distance: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 = node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current_distance = distances[node]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with no candidate (current = None) and a huge distance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 every node in the distances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nodes already in the visited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this node's distance is smaller than our best so far, it becomes the new best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the loop, current holds the closest unvisited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simple linear scan — not the fastest approach, but easy to understand and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Updating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Once we have the current node, we update all its unvisited neighbors: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Line by line: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self.graph[current] gives us the list of neighbors from our graph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neighbors already visited — we're done with those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new_distance = distance to current + 1 (one step between adjacent nodes)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Only update if this new path is shorter than what we had before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Record that we reached this neighbor from the current node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updating neighbors, mark current as visited: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neighbor in self.graph[current]: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neighbor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new_distance = distances[current]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new_distance &lt; distances[neighbor]: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distances[neighbor] = new_distance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previous[neighbor] = current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visited.append(current)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Main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Wrap the find-minimum and update-neighbors steps in a loop: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node in self.graph: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distances[self.start]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previous[self.start]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destination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Find unvisited node with smallest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current_distance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node in distances: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node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distances[node] &lt; current_distance: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current = node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current_distance = distances[node]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Update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neighbor in self.graph[current]: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neighbor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new_distance = distances[current]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new_distance &lt; distances[neighbor]: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distances[neighbor] = new_distance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previous[neighbor] = current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visited.append(current)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loop stops when the destination has been visited — we've found the shortest path!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Reconstructing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previous dictionary tells us how to trace from destination back to start: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Reconstruct 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path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current = destination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current is not None: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path.append(current)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 = previous[current]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path.reverse()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at the destination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Look up previous[current] to find where we came from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each node to the path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Stop when current is None — that's the start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Reverse the list because we built it backwards (destination to start)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return value is a list of tuples — exactly what Navigator expects!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Example: [(0, 0), (0, 1), (0, 2), (1, 2), (2, 2)]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with 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grid, (1,1) blocked, find path from (0,0) to (2,2):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Neighbors Updated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(0,1)=1, (1,0)=1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(0,2)=2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[(0,0),(0,1),(1,0)]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(1,2)=3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[...,(0,2)]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(2,2)=4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[...,(1,2)]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(none 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[...,(2,1)]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[...,(2,2)] DONE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Reconstruct: (2,2) &lt;- (1,2) &lt;- (0,2) &lt;- (0,1) &lt;- (0,0)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Reverse: [(0,0), (0,1), (0,2), (1,2), (2,2)]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matches our paper trace from Lesson 3!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compute_path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1: No blocked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2: With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3: Compare with Manhattan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d.compute_path((3, 3))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print("Steps:", len(path) - 1)  # Should be 6 (Manhattan distance)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d.compute_path((3, 3))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Path should go around both blocked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972800" cy="1691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 = Manhattan((0, 0))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m_path = m.compute_path((2, 2))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d_path = d.compute_path((2, 2))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print("Manhattan:", m_path)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print("Dijkstra: ", d_path)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print("Same length?", len(m_path) == len(d_path))  # Should be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Implement and Test compute_path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the compute_path method to your Dijkstra class from Lesson 4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these tests and verify the output: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66928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Test with no obstacles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print(d.compute_path((3, 3)))  # Should be 6 steps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Test with obstacles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d = Dijkstra((0, 0), [(1, 0), (1, 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print(d.compute_path((3, 3)))  # Should route around row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Test short 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print(d.compute_path((0, 1)))  # Should be [(0,0), (0,1)]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Try creating a situation where many nodes are blocked. Can Dijkstra still find a path?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compute_path return a list of tuples starting with start and ending with destination?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no blocked nodes, is the path length equal to the Manhattan distance?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blocked nodes, does the path successfully go around them?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happens if you block all paths to the destination?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Initialized distances, visited, and previous data structures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Implemented the main Dijkstra loop with minimum-finding and neighbor updates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Reconstructed the shortest path by tracing back through previous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compute_path with and without obstacles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6):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Dijkstra and Manhattan side by 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Swap Dijkstra into your Module 4 robot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See both pathfinders work with the same Navigator class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Dijkstra's compute_path returns the same format as Manhattan's compute_path — a list of tuples. This shared interface is the power of good class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