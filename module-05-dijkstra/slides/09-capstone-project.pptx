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5: Dijkstra's Algorithm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Calibri"/>
              </a:defRPr>
            </a:pPr>
            <a:r>
              <a:t>Module 5 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Integrate Dijkstra pathfinding, Navigator, rangefinder obstacle detection, and obstacle memory into a single program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Design a program that visits 4 or more destinations while detecting and avoiding obstacles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Demonstrate learning by showing improved performance across multiple runs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Present and explain a working autonomous navigation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This is your graduation project! (5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Project requirements and rubric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Program structure walkthrough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Work time: build your system (40 min for 3-hour sessions / 15 min for 50-min)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Demo format: Run 1 and Run 2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Extensions for extra credit (5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Hook — This Is Your Graduation Project!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You've built every piece of the puzzle: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371600"/>
          <a:ext cx="10058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Lesson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You Built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Lesson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Understanding the grid as a graph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Lesson 2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Dictionaries to represent the graph in Python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Lesson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Dijkstra's algorithm — the concept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Lessons 4-5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The Dijkstra class with compute_path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Lesson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Testing and swapping Dijkstra into Navigator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Lesson 7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Obstacle detection with the rangefinder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Lesson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Building experience — remembering obstacles across runs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480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Now you put it ALL together. One program. Full autonomy. A robot that navigates, discovers, and learns.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Project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Your program must: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Visit 4 or more destinations on the grid in sequence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Use Dijkstra's algorithm to compute paths (not Manhattan)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Detect obstacles using the ultrasonic rangefinder at each intersection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Update the blocked list when a new obstacle is discovered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Recompute paths after discovering an obstacle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Save obstacles to a file at the end of each run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Load obstacles from the file at the start of each run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Demonstrate learning: Run 2 should perform better than Run 1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Deliverables: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Working Python program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Two demonstration runs (Run 1 and Run 2)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Brief explanation of how the system works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Program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The overall structure of your capstone program: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0972800" cy="32004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070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from dijkstra import Dijkstra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from navigator import Navigator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from XRPLib.rangefinder import Rangefinder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Setup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rangefinder = Rangefinder.get_default_rangefinder()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blocked_nodes = load_obstacles()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THRESHOLD = 15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step_count = 0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Destinations to visit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destinations = [(1, 3), (3, 3), (3, 0), (0, 2)]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current = (0, 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Main loop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for dest in destinations: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print(f"Heading to {dest}...")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arrived = False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while not arrived: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pathfinder = Dijkstra(current, blocked_nodes)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path = pathfinder.compute_path(dest)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# Navigate along path with obstacle checking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# If obstacle found: update blocked_nodes, recompute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# If no obstacle: drive to next intersection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# Update current position and step_count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print(f"Arrived at {dest}!")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Save and report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save_obstacles(blocked_nodes)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print(f"Total steps: {step_count}")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print(f"Obstacles found: {blocked_nodes}")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Navigation Loop in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Inside the main loop — handling each segment of the path: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0972800" cy="32004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070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for dest in destinations: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arrived = False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while not arrived: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pathfinder = Dijkstra(current, blocked_nodes)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path = pathfinder.compute_path(dest)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if len(path) == 0: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print(f"No path to {dest}! Skipping.")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break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rerouted = False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for i in range(len(path) - 1):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# Check ahead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distance = rangefinder.distance()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if distance &lt; THRESHOLD: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  blocked_nodes.append(path[i + 1])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  print(f"Blocked: {path[i + 1]}, rerouting...")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  rerouted = True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  break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# Drive one segment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nav.drive_segment(path[i], path[i + 1])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current = path[i + 1]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step_count = step_count + 1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if not rerouted: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arrived = True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Key logic: If an obstacle is found mid-path, break out of the path loop, recompute from the current position, and try again.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Demo Format — Run 1 and Run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Run 1: Discovery Run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Delete obstacles.txt (start fresh)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Place 2-3 obstacles on the grid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Run the program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Watch the robot discover obstacles and reroute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Note the total step count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Run 2: Experience Run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Keep the same obstacles in place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Run the program again (same code!)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The robot loads saved obstacles and plans around them from the start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Note the total step count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What to show your teacher: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663440"/>
            <a:ext cx="5669280" cy="7315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Run 1: Total steps = 22, Obstacles discovered = 3, Reroutes = 3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Run 2: Total steps = 16, Obstacles discovered = 0, Reroutes =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46634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The difference in steps IS the learning.</a:t>
            </a:r>
          </a:p>
        </p:txBody>
      </p:sp>
      <p:pic>
        <p:nvPicPr>
          <p:cNvPr id="8" name="Picture 7" descr="run1-vs-ru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943600" cy="24099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Grading Rubric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Total: 60 points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371600"/>
          <a:ext cx="10058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Points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Criteria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Dijkstra Pathfinding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Uses Dijkstra class to compute paths; paths are correct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Navigator Integration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Robot physically drives the computed paths on the grid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Obstacle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Rangefinder detects obstacles; blocked list updates correctly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Path Recomputation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Robot recomputes path after discovering obstacle; new path avoids it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Experience (File I/O)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Obstacles saved after Run 1; loaded at start of Run 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Demonstration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Run 1 discovers obstacles; Run 2 avoids them from the start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Code Quality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Code is readable, uses functions, has comments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480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Bonus opportunities: See extensions on the next slide.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Extensions for Extra Credit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Already finished? Try these challenges: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Extension 1: Live obstacle detection during path execution (+5 points)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Check for obstacles not just at intersections, but while driving between them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If an obstacle appears mid-segment, stop, back up, and reroute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Extension 2: Multiple destination optimization (+5 points)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Instead of visiting destinations in a fixed order, find the best order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Hint: try the nearest unvisited destination first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Extension 3: Obstacle expiration (+5 points)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After 3 runs, "forget" old obstacles and re-check them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This handles the case where an obstacle was removed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Extension 4: Visual logging (+3 points)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Print a grid map after each run showing the path taken and obstacles found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Example: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937760"/>
            <a:ext cx="566928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 . . .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. X . .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. . X .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. . .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49377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Turn!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Activity: Build Your Capstone Program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Step 1: Start with your code from Lessons 7 and 8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You should already have: Dijkstra class, Navigator, rangefinder reading, save/load functions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Step 2: Create the main program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Load obstacles from file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Define your list of 4+ destinations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Write the main navigation loop with obstacle detection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Save obstacles at the end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Step 3: Test without physical obstacles first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Use a hard-coded blocked list to verify paths are correct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Print paths instead of driving to check logic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Step 4: Test on the physical grid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Place obstacles and run the full program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Run it twice to demonstrate learning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Checkpoints: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the robot visit all 4+ destinations?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it detect and avoid obstacles?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Run 2 perform better than Run 1?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Is the code organized with functions and comments?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Presentation Tips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When you demo your project: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Explain before you run: Tell the audience what destinations the robot will visit and where the obstacles are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Narrate Run 1: "The robot doesn't know about any obstacles yet. Watch what happens when it encounters one."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Show the file: Open obstacles.txt between runs to show what the robot learned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Narrate Run 2: "Now the robot knows about those obstacles. Watch it plan around them from the start."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Show the numbers: Compare step counts between Run 1 and Run 2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Common demo pitfalls: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Battery dies mid-demo — charge fully before presenting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Robot misaligned — recalibrate line following before demo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Obstacle falls over — use sturdy objects and tape them down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What you built in Module 5: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A graph representation of the grid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Dijkstra's algorithm for shortest-path finding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A swappable pathfinding interface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Real-time obstacle detection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Experience-based learning across runs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Where these ideas appear in the real world: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Self-driving cars: Use graph algorithms and sensor fusion to navigate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Warehouse robots (Amazon): Navigate grids, avoid obstacles, optimize routes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Game AI: Characters find paths around walls and enemies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Internet routing: Data packets find shortest paths through networks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Congratulations! You've built a robot that can navigate, sense, and learn. That's real robotics.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