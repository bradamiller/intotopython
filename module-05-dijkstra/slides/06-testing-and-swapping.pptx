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Dijkstra's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Testing and Swapping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Dijkstra with no blocked nodes and verify it matches Manhattan output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Dijkstra with blocked nodes and verify correct rerouting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Explain why a shared interface (compute_path returning list of tuples) enables swapping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Swap Dijkstra into the Module 4 navigation program with minimal code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with no obstacles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with obstacles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Shared interface: why it works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Swapping in the Module 4 program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Side-by-side comparison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The Two-Minute 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Imagine you're a mechanic. A customer has a car with a flat tire. You could: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Redesign the entire car to handle flat tires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OR just swap in a new tire that fits the same wheel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Our Navigator class is the car. Manhattan and Dijkstra are the tires.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Because both pathfinders have the same interface — compute_path returning a list of tuples — swapping is quick and painless.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We'll test Dijkstra thoroughly, then swap it into our Module 4 program. It should take about two minutes.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1 — No Blocked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If nothing is blocked, Dijkstra should find a path the same length as Manhattan.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manhattan import Manhattan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dijkstra import Dijkstra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= Dijkstra((0, 0), [])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destinations = [(3, 3), (0, 3), (3, 0), (2, 1)]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m_path = m.compute_path(dest)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d_path = d.compute_path(dest)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print(f"To {dest}:")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print(f"  Manhattan: {m_path}  ({len(m_path)-1} steps)")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print(f"  Dijkstra:  {d_path}  ({len(d_path)-1} steps)")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print(f"  Same length? {len(m_path) == len(d_path)}")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Expected: Same number of steps for every destination. The actual nodes in the path may differ, but the length must match.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might the paths differ? Manhattan always goes rows-first, columns-second. Dijkstra may choose a different shortest path depending on which node it visits first.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2 — With Blocked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Now the real test. Block some intersections and see Dijkstra route around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Verify by hand: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Check: Does the path avoid (1,0) and (1,1)? Does it reach (3,0)? Is it the shortest path around the obstacles?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Try blocking more nodes. What's the minimum number of blocked nodes that makes (3,3) unreachable from (0,0)?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blocked = [(1, 0), (1, 1)]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= Dijkstra((0, 0), blocked)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d.compute_path((3,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print("Path:", 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print("Steps:", len(path) - 1)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--- (0,1) --- (0,2) --- (0,3)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 (1,2) --- (1,3)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  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 --- (2,1) --- (2,2) --- (2,3)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(3,0) --- (3,1) --- (3,2) --- (3,3)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Shared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Both Manhattan and Dijkstra have a compute_path method that returns a list of tuples.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Manhattan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Manhattan(start)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Dijkstra(start, blocked)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compute_path(dest)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compute_path(dest)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list of tuples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list of tuples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Handles obstacles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Path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[(0,0), (1,0), ...]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[(0,0), (0,1), ...]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Navigator class only cares about: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Calling compute_path(destination) on the pathfinder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Getting back a list of tuples representing the path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Navigator doesn't know or care whether Manhattan or Dijkstra computed the path. This is the power of a shared interface.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Swapping in the Module 4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Your Module 4 program probably looks something like this: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To swap in Dijkstra, change just two lines: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That's it. The Navigator code, the destination list, and the go_to calls all stay exactly the same.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manhattan import Manhattan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navigator import Navigator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pathfinder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nav = Navigator(pathfinder)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destinations = [(2, 3), (0, 1), (3, 3)]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nav.go_to(dest)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dijkstra import Dijkstra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navigator import Navigator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pathfinder = Dijkstra((0, 0), [(1, 1), (2, 2)])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nav = Navigator(pathfinder)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destinations = [(2, 3), (0, 1), (3, 3)]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nav.go_to(dest)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Side-by-Side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Running both pathfinders on the same destinations with blocked nodes [(1,1), (2,2)]: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Destination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Manhattan Path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Dijkstra Path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(0,0)→(1,0)→(2,0)→(2,1)→(2,2)→(2,3)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(0,0)→(0,1)→(0,2)→(0,3)→(1,3)→(2,3)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Manhattan hits blocked (1,1) or (2,2)!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(0, 3)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(0,0)→(0,1)→(0,2)→(0,3)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(0,0)→(0,1)→(0,2)→(0,3)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— no obstacles on this path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(3, 0)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(0,0)→(1,0)→(2,0)→(3,0)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(0,0)→(1,0)→(2,0)→(3,0)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— no obstacles on this path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takeaway: When obstacles are not in the way, both produce paths of the same length. When obstacles block the Manhattan path, Dijkstra finds a working alternative.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Navigator Needs from a Pathfinder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Let's look at how Navigator uses the pathfinder: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class Navigator: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__init__(self, pathfinder):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self.pathfinder = pathfinder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go_to(self, destination):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path = self.pathfinder.compute_path(destination)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for i in range(len(path) - 1):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current = path[i]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next_node = path[i + 1]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self.drive_segment(current, next_node)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Navigator calls self.pathfinder.compute_path(destination) and expects a list of tuples back. That's the entire contract.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Manhattan fulfills this contract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Dijkstra fulfills this contract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Any future pathfinder that returns a list of tuples will also work!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is called programming to an interface — one of the most important ideas in software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Handling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should we test beyond the happy path?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Behavior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 equals 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Returns [start] — a one-element list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Adjacent destination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Returns [start, dest] — two elements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All nodes blocked except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Still finds the only available route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Destination is blocked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Should handle gracefully (path doesn't exist)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 is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Should handle gracefully (can't begin)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Defensive check you can add: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4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compute_path(self, destination):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destination not in self.graph: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print("Destination is blocked or invalid!")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... rest of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Good programmers test the unusual cases, not just the obvious ones.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Swap Dijkstra into Your Module 4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Make a copy of your Module 4 navigation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Replace Manhattan with Dijkstra: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Change the import statement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Change the constructor call, adding a blocked list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no blocked nodes — verify the robot visits all destinations correctly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blocked nodes — verify the robot takes alternate routes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Try these scenarios: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 one intersection on the direct path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 two adjacent intersections to force a longer detour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Block intersections that don't affect any paths (should make no difference)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Did you only need to change 2 lines of code to swap pathfinders?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still visit all destinations correctly?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With blocked nodes, does the robot avoid those intersections?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both pathfinders produce the same results when nothing is blocked?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Tested Dijkstra with and without obstacles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Verified that Dijkstra matches Manhattan when no obstacles exist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Swapped Dijkstra into the Module 4 program with minimal changes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Understood why a shared interface makes swapping easy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7):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the XRP robot's ultrasonic rangefinder to detect real obstacles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Read distance measurements from the sensor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Decide when to treat an intersection as blocked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Right now, we hard-code the blocked list. Next lesson, the robot will discover blocked intersections on its own using its rangefinder sensor.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