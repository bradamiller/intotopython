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Dijkstra's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The Dijkstra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Design the Dijkstra class with __init__ and build_graph methods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 a graph dictionary from a 4x4 grid, excluding blocked nodes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 graph construction by printing and inspecting the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how the Dijkstra class will share an interface with Manhattan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Class design overview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__init__ method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Building the graph: nested loops and neighbor checks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Testing graph construction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From Paper to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Last lesson you traced Dijkstra's algorithm by hand on paper. You used a graph dictionary like this: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graph = {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(0,0): [(0,1), (1,0)],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(0,1): [(0,0), (0,2)],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...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"Who wants to write that dictionary by hand for a 4x4 grid with 16 nodes?"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Nobody! That's 16 entries, each with up to 4 neighbors. Tedious and error-prone.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We'll write a class that builds the graph automatically — and handles blocked nodes for us.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Dijkstra Class Design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Dijkstra class needs two main capabilities: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Build a graph from the grid, skipping blocked intersections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Compute a path from start to any destination (next lesson!)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Class structure: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66928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class Dijkstra: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def __init__(self, start, blocked):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# Store start, blocked list, and grid size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# Build the graph automatically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def build_graph(self):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# Create the graph dictionary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def compute_path(self, destination):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# Run Dijkstra's algorithm (next lesson!)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4688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design decision: compute_path returns a list of tuples — the same interface as Manhattan's compute_path. This means Navigator can use either one!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__init__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__init__ needs to do: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Store the starting position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Store the list of blocked intersections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Define the grid size (4 rows, 4 columns)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Call build_graph to create the graph dictionary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Usage: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Notice: blocked is a list of tuples — the same format we use everywhere for grid positions.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class Dijkstra: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def __init__(self, start, blocked):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self.start = start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self.blocked = blocked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self.rows = 4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self.cols = 4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self.graph = self.build_graph()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 = Dijkstra((0, 0), [(1, 1), (2, 2)])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build_graph — The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Goal: Create a dictionary where each unblocked node maps to its list of unblocked neighbors.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Strategy: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Loop through every row and column in the grid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Skip any position that is in the blocked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For the current position, check all 4 directions (up, down, left, right)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a neighbor exists and is not blocked, add it to the neighbor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Store the position and its neighbors in the dictionary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four directions: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56616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directions = [(-1, 0), (1, 0), (0, -1), (0, 1)]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            up       down     left     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566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Each direction is a tuple — we add it to the current position to get the neighbor's coordinates.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build_graph — The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build_graph(self):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graph = {}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directions = [(-1, 0), (1, 0), (0, -1), (0, 1)]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for row in range(self.rows):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for col in range(self.cols):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position = (row, col)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if position in self.blocked: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continue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neighbors = []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for d in directions: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neighbor = (row + d[0], col + d[1])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if neighbor[0] &lt; 0 or neighbor[0] &gt;= self.rows: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 continue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if neighbor[1] &lt; 0 or neighbor[1] &gt;= self.cols: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 continue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if neighbor in self.blocked: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 continue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neighbors.append(neighbor)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graph[position] = neighbors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return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continue skips to the next iteration — it means "this one doesn't qualify, move on."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Understanding the Bounds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Why do we need bounds checking?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Consider node (0, 0) checking the "up" direction (-1, 0):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neighbor = (0 + (-1), 0 + 0) = (-1, 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Row -1 doesn't exist! We must skip it.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All the checks explained: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Edge and corner nodes naturally get fewer neighbors because some directions fail the bounds check.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Graph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Always test your code! Print the graph and verify it makes sense.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Expected output (partial):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Verify these things: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(1, 1) does NOT appear as a key (it's blocked)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(1, 1) does NOT appear in any neighbor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(0, 0) has exactly 2 neighbors (corner node)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(0, 1) has exactly 2 neighbors — it lost (1, 1) as a neighbor!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 = Dijkstra((0, 0), [(1, 1)])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node in d.graph: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print(node, "-&gt;", d.graph[node])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 0) -&gt; [(1, 0), (0, 1)]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 1) -&gt; [(0, 0), (0, 2)]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(1, 0) -&gt; [(0, 0), (2, 0)]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(1, 2) -&gt; [(0, 2), (2, 2)]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Graph as a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Visualizing the graph with (1,1) blocked on a 4x4 grid: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Count the nodes: 15 (16 minus 1 blocked)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 your dictionary: len(d.graph) should equal 15.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 a specific node: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This is a great way to catch bugs early — compare the picture to the dictionary.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(0,0) --- (0,1) --- (0,2) --- (0,3)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|         |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(1,0)               (1,2) --- (1,3)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|         |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(2,0) --- (2,1) --- (2,2) --- (2,3)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|         |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(3,0) --- (3,1) --- (3,2) --- (3,3)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print(d.graph[(2,1)])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Should be: [(1, 1) is blocked!] → [(2, 0), (3, 1), (2, 2)]</a:t>
            </a:r>
          </a:p>
        </p:txBody>
      </p:sp>
      <p:pic>
        <p:nvPicPr>
          <p:cNvPr id="11" name="Picture 10" descr="graph-4x4-b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4572000" cy="45897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 Implement the Dijkstra Class (Part 1)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Create a new file called dijkstra.py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 the Dijkstra class with __init__ and build_graph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no blocked nodes: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 = Dijkstra((0, 0), [])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print(len(d.graph))  # Should be 16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print(d.graph[(0, 0)])  # Should have 2 neighbors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print(d.graph[(1, 1)])  # Should have 4 neighbors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with blocked nodes: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097280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 = Dijkstra((0, 0), [(1, 1), (2, 2)])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print(len(d.graph))  # Should be 14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# Verify (1,1) and (2,2) are not keys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# Verify they don't appear in any neighbor 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your graph have the right number of nodes?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 corner nodes have 2 neighbors, edge nodes 3, and interior nodes 4?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Are blocked nodes excluded completely — as keys AND as neighbors?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Designed the Dijkstra class with __init__ and build_graph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Used nested loops to build a graph dictionary from the grid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Checked bounds and blocked nodes when finding neighbors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Tested graph construction by printing and inspecting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5):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 compute_path(destination) — the heart of Dijkstra's algorithm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the distances, previous, and visited data structures from Lesson 3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Return a list of tuples — the path from start to destination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Today you built the map. Next lesson, you'll navigate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