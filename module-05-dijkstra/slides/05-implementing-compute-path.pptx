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Dijkstra's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Implementing compute_path()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Initialize the distances, visited, and previous data structures in code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 the main Dijkstra loop: find minimum, update neighbors, mark visited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Reconstruct the shortest path by tracing back through the previous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 compute_path with and without blocked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Review: the three data structures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Initializing data structures in code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main loop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Path reconstruction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Tracing through an example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Teaching the Computer Your Paper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Remember Lesson 3? You traced Dijkstra's algorithm by hand: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Picked the unvisited node with the smallest distance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Updated its neighbors' distances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Marked it visited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Traced back through previous to get the path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"Can you describe those steps precisely enough that someone who has never seen the algorithm could follow them?"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If you can, you can write the code. Programming is writing precise instructions.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You'll turn your paper trace into Python — the compute_path method.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Setting Up the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Inside compute_path, we first initialize our three data structures: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017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compute_path(self, destination):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distances = {}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previous = {}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visited = []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Set all nodes to a very large distance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for node in self.graph: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distances[node] = 999999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Start node is distance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distances[self.start] =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previous[self.start] = 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999999? It represents "infinity" — we haven't found a path yet. Any real distance will be shorter.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is start set to 0? The distance from start to itself is zero steps.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Why previous[start] = None? The start node has no node before it.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Finding the Minimum-Distance Unvisited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is the trickiest part. We need to scan all nodes and find the unvisited one with the smallest distance.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Find unvisited node with smallest distance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current = None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current_distance = 999999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node in distances: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node not in visited: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if distances[node] &lt; current_distance: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current = node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current_distance = distances[node]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How this works: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Start with no candidate (current = None) and a huge distance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Check every node in the distances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Skip nodes already in the visited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this node's distance is smaller than our best so far, it becomes the new best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After the loop, current holds the closest unvisited node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This is a simple linear scan — not the fastest approach, but easy to understand and correct.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Updating Neighbors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Once we have the current node, we update all its unvisited neighbors: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Line by line: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self.graph[current] gives us the list of neighbors from our graph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Skip neighbors already visited — we're done with those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new_distance = distance to current + 1 (one step between adjacent nodes)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Only update if this new path is shorter than what we had before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Record that we reached this neighbor from the current node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After updating neighbors, mark current as visited: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for neighbor in self.graph[current]: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neighbor not in visited: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new_distance = distances[current] + 1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if new_distance &lt; distances[neighbor]: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distances[neighbor] = new_distance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previous[neighbor] = current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30352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931920"/>
            <a:ext cx="4937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visited.append(current)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Complete Main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Wrap the find-minimum and update-neighbors steps in a loop: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compute_path(self, destination):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distances = {}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previous = {}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visited = []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for node in self.graph: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distances[node] = 999999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distances[self.start] =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previous[self.start] = None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while destination not in visited: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Find unvisited node with smallest distance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current = None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current_distance = 999999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for node in distances: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if node not in visited: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if distances[node] &lt; current_distance: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current = node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current_distance = distances[node]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# Update neighbors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for neighbor in self.graph[current]: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if neighbor not in visited: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new_distance = distances[current] + 1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if new_distance &lt; distances[neighbor]: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distances[neighbor] = new_distance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            previous[neighbor] = current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visited.append(current)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loop stops when the destination has been visited — we've found the shortest path!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Reconstructing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previous dictionary tells us how to trace from destination back to start: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Reconstruct path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path = []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current = destination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while current is not None: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path.append(current)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current = previous[current]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path.reverse()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return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How this works: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Start at the destination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Look up previous[current] to find where we came from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each node to the path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Stop when current is None — that's the start node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Reverse the list because we built it backwards (destination to start)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The return value is a list of tuples — exactly what Navigator expects!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Example: [(0, 0), (0, 1), (0, 2), (1, 2), (2, 2)]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Tracing with an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3x3 grid, (1,1) blocked, find path from (0,0) to (2,2):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Distance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Neighbors Updated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Visited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(0,1)=1, (1,0)=1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[(0,0)]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(0,1)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(0,2)=2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[(0,0),(0,1)]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(2,0)=2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[(0,0),(0,1),(1,0)]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(1,2)=3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[...,(0,2)]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(2,1)=3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[...,(2,0)]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(2,2)=4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[...,(1,2)]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(none 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[...,(2,1)]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[...,(2,2)] DONE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Reconstruct: (2,2) &lt;- (1,2) &lt;- (0,2) &lt;- (0,1) &lt;- (0,0)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Reverse: [(0,0), (0,1), (0,2), (1,2), (2,2)]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This matches our paper trace from Lesson 3!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compute_path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1: No blocked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2: With blocked 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3: Compare with Manhattan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 = Dijkstra((0, 0), [])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d.compute_path((3, 3))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print("Steps:", len(path) - 1)  # Should be 6 (Manhattan distance)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 = Dijkstra((0, 0), [(1, 1), (2, 2)])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d.compute_path((3, 3))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Path should go around both blocked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1097280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10607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 = Dijkstra((0, 0), [])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m_path = m.compute_path((2, 2))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d_path = d.compute_path((2, 2))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print("Manhattan:", m_path)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print("Dijkstra: ", d_path)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print("Same length?", len(m_path) == len(d_path))  # Should be True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Activity: Implement and Test compute_path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Add the compute_path method to your Dijkstra class from Lesson 4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Run these tests and verify the output: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669280" cy="27889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303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Test with no obstacles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d = Dijkstra((0, 0), [])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print(d.compute_path((3, 3)))  # Should be 6 steps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# Test with obstacles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d = Dijkstra((0, 0), [(1, 0), (1, 1)])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print(d.compute_path((3, 3)))  # Should route around row 1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# Test short path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d = Dijkstra((0, 0), [])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print(d.compute_path((0, 1)))  # Should be [(0,0), (0,1)]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50292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</a:defRPr>
            </a:pPr>
            <a:r>
              <a:t>Try creating a situation where many nodes are blocked. Can Dijkstra still find a path?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Does compute_path return a list of tuples starting with start and ending with destination?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With no blocked nodes, is the path length equal to the Manhattan distance?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With blocked nodes, does the path successfully go around them?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What happens if you block all paths to the destination?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Initialized distances, visited, and previous data structures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Implemented the main Dijkstra loop with minimum-finding and neighbor updates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Reconstructed the shortest path by tracing back through previous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Tested compute_path with and without obstacles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6):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Dijkstra and Manhattan side by side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Swap Dijkstra into your Module 4 robot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See both pathfinders work with the same Navigator class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Dijkstra's compute_path returns the same format as Manhattan's compute_path — a list of tuples. This shared interface is the power of good class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