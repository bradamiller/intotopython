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5: Dijkstra's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Building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how a robot can "learn" by remembering obstacles across multiple runs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Save a list of discovered obstacles to a file using Python file I/O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Load previously discovered obstacles at the start of a new run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Compare robot performance between a first run and a second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How does a GPS app learn about traffic?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Run 1 vs. Run 2: the experience advantage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Saving obstacles to a file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Loading obstacles from a file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Comparing performance across runs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exercise (10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How Does a GPS App Learn About Traffic?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"When Waze tells you there's traffic on your usual route, how does it know?"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Answer: Other drivers reported it. The app remembers what happened before and uses that information for future trips.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Our robot can do the same thing: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Run 1: The robot discovers obstacles it didn't know about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Run 2: The robot starts with everything it learned in Run 1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Each run makes the robot smarter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Today: We'll make the robot remember obstacles across runs — building experience just like a GPS app.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Run 1 vs. Run 2 — The Experience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Run 1: Discovery mode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Robot starts with an empty blocked list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Drives toward destination using the shortest path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Discovers obstacles along the way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Reroutes each time — takes extra steps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Run 1: blocked_nodes starts as []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→ Discovers (1,1) is blocked → reroutes → 2 extra steps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→ Discovers (2,3) is blocked → reroutes → 3 extra steps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→ Total extra steps from rerouting: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Run 2: Experienced mode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Robot starts with blocked list from Run 1: [(1,1), (2,3)]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Plans the optimal route from the very beginning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No surprises, no rerouting needed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Run 2: blocked_nodes starts as [(1,1), (2,3)]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→ Plans around both obstacles from the start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→ Takes the shortest possible path immediately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→ Extra steps from rerouting: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Strategy — Check, Record,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At each intersection during a run: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Check: Use the rangefinder to look for obstacles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Record: If obstacle found, add to the blocked list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Remember: At end of run, save the blocked list to a file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Between runs: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Load: At start of next run, read the saved blocked list from the file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Use: Pass the loaded list to Dijkstra before computing any paths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566928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End of Run 1: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save_obstacles(blocked_nodes)  # Write to file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Start of Run 2: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blocked_nodes = load_obstacles()  # Read from file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pathfinder = Dijkstra((0, 0), blocked_nodes)  # Start smart!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329184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Saving Obstacles to a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Python can write data to a file that persists after the program ends.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the file looks like: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concepts: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303520" cy="2103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save_obstacles(blocked_nodes):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file = open("obstacles.txt", "w")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node in blocked_nodes: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row = node[0]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col = node[1]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file.write(str(row) + "," + str(col) + "\n")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file.close()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print(f"Saved {len(blocked_nodes)} obstacles to file")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68880"/>
            <a:ext cx="5303520" cy="2103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1,1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2,3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0,2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Loading Obstacles from a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At the start of a new run, read the saved obstacles back into a list.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27432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load_obstacles():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blocked_nodes = []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try: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file = open("obstacles.txt", "r")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for line in file: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parts = line.strip().split(",")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row = int(parts[0])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col = int(parts[1])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blocked_nodes.append((row, col))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file.close()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print(f"Loaded {len(blocked_nodes)} obstacles from file")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except FileNotFoundError: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print("No obstacle file found — starting fresh")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blocked_nodes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concepts: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425196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Concept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Explanation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open("obstacles.txt", "r")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Opens file for reading ("r" = read mode)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line.strip()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Removes the newline character from each line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line.split(",")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Splits "1,3" into ["1", "3"]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int(parts[0])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Converts string "1" to integer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try / except FileNotFoundError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Handles the case where no file exists yet (first run)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Complete Two-Run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Run 1 — Discover and Save: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dijkstra import Dijkstra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XRPLib.rangefinder import Rangefinder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blocked_nodes = load_obstacles()  # Empty on first run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rangefinder = Rangefinder.get_default_rangefinder()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15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current = (0, 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destinations = [(2, 3), (3, 1)]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dest in destinations: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pathfinder = Dijkstra(current,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path = pathfinder.compute_path(dest)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Navigate with obstacle checking...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(add newly discovered obstacles to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current = dest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save_obstacles(blocked_nodes)  # Save for next run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print("Run complete! Obstacles saved.")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Run 2 — same program, but load_obstacles returns the saved list!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code is identical. The only difference is what load_obstacles() returns.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Comparing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How to measure improvement: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Starting blocked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[]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[(1,1), (2,3)]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Times rerouted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Total intersections visited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Obstacles discovered during run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 (already known)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Path 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Good (with detours)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Optimal (no detours)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Tracking steps in code: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40"/>
            <a:ext cx="10972800" cy="1874519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6070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step_count = 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Each time the robot moves one intersection: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step_count = step_count + 1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At the end: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print(f"Total steps this run: {step_count}")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1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Challenge question: Will Run 3 be even better than Run 2? (Only if new obstacles appear!)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Add Experience to Your Navigation Program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the save_obstacles function — saves blocked list to "obstacles.txt"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the load_obstacles function — reads blocked list from "obstacles.txt"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Modify your program: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At the start: call load_obstacles() to get the initial blocked list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During the run: detect and add new obstacles (from Lesson 7)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At the end: call save_obstacles() to save the full list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Run the program twice: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Run 1: Place obstacles on the grid. Watch the robot discover and reroute.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Run 2: Same obstacles. Watch the robot avoid them from the start.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Print the step count for each run and compare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obstacles.txt file get created after Run 1?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Run 2 load the correct obstacles from the file?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Run 2 take fewer steps (or equal) compared to Run 1?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What happens if you delete the obstacles.txt file? (Robot starts fresh)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Edge Cases and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could go wrong?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Situation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File doesn't exist yet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FileNotFoundError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Use try/except to start with empty list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 was removed between runs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avoids an intersection that is now clear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Periodically re-check known obstacles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Same obstacle added twice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Duplicate entries in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Check if node not in blocked_nodes before adding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File gets corrupted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load_obstacles crashes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Add error handling for bad data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ideas: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Add a "forget" function that clears the obstacle file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Record timestamps: when was each obstacle discovered?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Add a confidence score: obstacle seen on 3 runs = definitely blocked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Made the robot remember obstacles across runs using file I/O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Compared performance between first and subsequent runs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Saw how experience makes the robot more efficient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9 — Capstone Project):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Combine everything: Dijkstra + Navigator + Rangefinder + obstacle memory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Build a complete autonomous navigation system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Demonstrate learning across multiple runs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This is your graduation project!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The robot doesn't just follow instructions — it builds knowledge over time. This is the foundation of how real autonomous systems learn from experience.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