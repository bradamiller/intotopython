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Dijkstra's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Grid as a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graph terminology: nodes, edges, neighbors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Represent a grid of intersections as a graph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Identify why Manhattan pathfinding fails with blocked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Find shortest paths by hand on a graph with obstacles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Why Manhattan isn't enough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Graph terminology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Drawing the grid as a graph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Blocked nodes and pathfinding by hand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What If the Road Is Closed?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"You're driving to school and your usual route is blocked by construction. What do you do?"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Discussion: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You find a detour — go around the blocked road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GPS apps (Google Maps, Waze) reroute you automatically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robot needs to do the same thing!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Problem: Our Manhattan algorithm goes rows-first, then columns. What if an intersection on that path is blocked?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→ (1,0) → (2,0) → (2,1) → (2,2)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^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BLOCKED! Now what?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0175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Today: We'll learn a new way to think about the grid that handles obstacles.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Manhattan Fails with Obstacles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Manhattan always takes the same L-shaped path: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0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↓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But what if (1, 0) is blocked?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01752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0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BLOCKED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Manhattan doesn't know about obstacles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It can't reroute — it only knows "rows first, then columns"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We need a smarter approach that can go AROUND blocked intersections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Graph: A collection of nodes connected by edges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terms: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Node (also called vertex): A point in the graph — for us, an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Edge: A connection between two nodes — for us, a path between adjacent intersections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Neighbors: Nodes directly connected by an edge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Real-world examples of graphs: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Road map: intersections are nodes, streets are edges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Social network: people are nodes, friendships are edges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Airline routes: airports are nodes, flights are edges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Our grid IS a graph. We just need to see it that way.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Grid as 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Each intersection is a node. Each path between adjacent intersections is an edge.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 3x3 grid: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--- (1,1) --- (1,2)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Node (1,1) has 4 neighbors: (0,1), (2,1), (1,0), (1,2)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Corner node (0,0) has 2 neighbors: (0,1), (1,0)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Edge node (0,1) has 3 neighbors: (0,0), (0,2), (1,1)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Idea: Each node connects only to nodes directly above, below, left, or right — no diagonals!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Weighted vs. Unweighted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Weighted graph: Edges have different costs (distances, times, etc.)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Unweighted graph: All edges cost the same (cost =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Our grid is unweighted: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Every move from one intersection to the next costs 1 step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Moving from (0,0) to (0,1) costs the same as (1,1) to (2,1)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makes things simpler!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A ---5--- B ---2--- C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3                   7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-------4--------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A ---1--- B ---1--- C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1                   1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-------1-------- 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Blocking Nodes — Removing from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 blocked intersection = remove that node and all its edges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3x3 grid with (1,0) blocked: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(1,1) --- (1,2)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changed: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Node (1,0) is gone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(0,0) lost a neighbor — now only connects to (0,1)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(2,0) lost a neighbor — now only connects to (2,1)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Now find a path from (0,0) to (2,0):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Manhattan path: (0,0) → (1,0) → (2,0) — BLOCKED!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Graph path: (0,0) → (0,1) → (1,1) → (2,1) → (2,0) — goes around!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Finding Paths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Strategy: Explore outward from start, one step at a time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Find path from (0,0) to (2,2) with (1,1) blocked: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              (1,2)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Trace outward: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From (0,0): can reach (0,1) and (1,0)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From (0,1): can reach (0,2)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From (1,0): can reach (2,0)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From (0,2): can reach (1,2)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From (2,0): can reach (2,1)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From (1,2) or (2,1): can reach (2,2)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Shortest path: (0,0) → (0,1) → (0,2) → (1,2) → (2,2) — 4 steps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Note: Without the blocked node, Manhattan distance would also be 4. But the PATH is different!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Draw the Grid as a Graph and Find Paths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 a 4x4 grid as a graph (nodes and edges)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these intersections as blocked: (1,1) and (2,2)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Redraw the graph with blocked nodes removed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Find the shortest path by hand: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From (0,0) to (3,3)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From (0,0) to (2,1)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From (3,0) to (0,3)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 each path, count the total number of steps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draw a grid as nodes and edges?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remove blocked nodes and their edges?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find a path that goes around obstacles?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Is your path the shortest possible?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graph vocabulary: nodes, edges, neighbors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Drew the grid as a graph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Found paths by hand that go around blocked intersections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2):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about dictionaries — Python's key-value data structure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Represent the graph in Python code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Store which nodes connect to which neighbors: {(0,0): [(0,1), (1,0)], ...}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Today you drew the graph on paper. Next lesson, you'll build it in Python so the robot can use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