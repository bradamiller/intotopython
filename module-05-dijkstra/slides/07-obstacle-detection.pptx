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Obstacle Detection with the Rangefinder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Read distance measurements from the XRP ultrasonic rangefinder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Determine whether an intersection is blocked using a distance threshold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Update a blocked-nodes list based on live sensor readings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Recompute a Dijkstra path after discovering a new obstacle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if the map is wrong?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ultrasonic rangefinder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Reading distance at intersections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Threshold logic: blocked or clear?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Updating the blocked list and re-routing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What If the Robot Finds a Wall That Wasn't on the Map?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"You gave the robot a list of blocked intersections before it started. But what if there's an obstacle the robot didn't know about?"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problem: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So far, we hard-code the blocked list before the run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 the real world, obstacles appear unexpectedly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Construction, fallen objects, other robots — things change!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solution: Give the robot a sensor so it can detect obstacles on its own.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use the XRP's ultrasonic rangefinder to detect obstacles at each intersection and reroute on the fly.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Ultrasonic Rangefinder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it works: Sends out an ultrasonic pulse and measures how long the echo takes to return.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XRPLib.rangefinder import Rangefinder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rangefinder = Rangefinder.get_default_rangefinder()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= rangefinder.distance()  # returns distance in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facts: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6974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Distance in centimeters (float)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~2 cm to ~400 cm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Update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Very fast — can read many times per second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Mounted 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Front of the XRP robot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it detects: Any solid object in front of the robot — walls, boxes, other robots, your hand.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Reading Distance at Intersections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Strategy: Check for obstacles BEFORE driving into the next intersection.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When to check: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arriving at an intersection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Before deciding to drive to the next one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robot is pointing in the direction it wants to go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the readings mean: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At each intersection, before moving forward: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= rangefinder.distance()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print(f"Distance ahead: {distance} cm")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&gt; 30 cm  → Path ahead is clear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&lt; 15 cm  → Something is blocking the 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15-30 cm           → Gray zone — might be an obstacle approaching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Threshold Logic — Is It Blocked?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We pick a threshold distance. If the reading is below the threshold, treat the intersection as blocked.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15  # centimeters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= rangefinder.distance()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if distance &lt; THRESHOLD: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print("Obstacle detected! Path is blocked.")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is_blocked = True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print("Path is clear.")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is_blocked =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15 cm?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Close enough that the obstacle is definitely in the robot's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Far enough that the robot has time to stop and reroute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You may need to adjust based on your grid spacing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Important: The threshold depends on how far apart your intersections are. Test and tune!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Updating the Blocked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When the robot detects an obstacle, add that intersection to the blocked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blocked list grows as the robot explores: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idea: The robot builds its own map of obstacles through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blocked_nodes = []  # starts empty — robot discovers obstacles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At intersection (1, 2), robot checks ahead toward (1, 3):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= rangefinder.distance()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if distance &lt; THRESHOLD: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next_intersection = (1, 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next_intersection not in blocked_nodes: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blocked_nodes.append(next_intersection)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print(f"Added {next_intersection} to blocked list")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Run starts:    blocked_nodes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After check 1: blocked_nodes = [(1, 3)]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After check 2: blocked_nodes = [(1, 3), (2, 1)]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Which Intersection Is Ahead?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Before we can add to the blocked list, we need to know which intersection the rangefinder is pointed at.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NORTH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EAST =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SOUTH = 2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WEST = 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get_next_intersection(current_pos, heading):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"""Return the intersection directly ahead of the robot."""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row, col = current_pos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heading == NORTH: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(row - 1, col)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elif heading == EAST: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(row, col + 1)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elif heading == SOUTH: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(row + 1, col)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elif heading == WEST: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(row, col - 1)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We already have desired_heading() from Module 4 Lesson 8 doing the reverse of this. Here we just need the forward version: given position and heading, what's ahead?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Re-routing After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discovering a new obstacle, rebuild the graph and recompute the path using the updated blocked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3474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At each intersection, before driving to the next one: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 = rangefinder.distance()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if distance &lt; OBSTACLE_THRESHOLD: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blocked_node = get_next_intersection(current_pos, heading)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blocked_node not in blocked_list: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blocked_list.append(blocked_node)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print(f"Obstacle detected at {blocked_node}!")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print(f"Blocked list is now: {blocked_list}")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Recompute the path with updated blocked list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graph = build_dijkstra_graph(rows, cols, blocked_list)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new_path = compute_dijkstra_path(current_pos, destination,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print(f"New path: {new_path}")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flow: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arrives at intersection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 rangefinder for obstacle ahead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blocked: add to blocked list, rebuild the graph, recompute path from current position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clear: continue on current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 to next intersection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Add Obstacle Detection to Your Navigation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 up the rangefinder: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XRPLib.rangefinder import Rangefinder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rangefinder = Rangefinder.get_default_rangefinder()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Before each move, read the distance and print it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Choose a threshold (start with 15 cm and adjust)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an obstacle is detected: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the blocked intersection to your blocked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Recompute the path using Dijkstra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Print the new 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by placing an object on the grid and watching the robot reroute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the robot read distance values from the rangefinder?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the robot correctly identify when an intersection is blocked?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the blocked list update when a new obstacle is found?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the robot recompute and follow a new path around the obstacle?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Debugging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Common issues and how to fix them: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Likely Cause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Distance always reads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Rangefinder not 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Check wiring and port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detects "obstacles" that aren't there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Threshold too high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Lower the threshold value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misses real obstacles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Threshold too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Raise the threshold 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gets stuck in a loop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Re-routing leads back to same blocked node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Make sure blocked list persists across recomputations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Path recomputation is 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Using old position as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Use current intersection, not original start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 tip: Print the distance reading and blocked list at every intersection so you can see what the robot "sees."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the ultrasonic rangefinder to detect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Applied a threshold to decide if an intersection is blocked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Updated the blocked list dynamically during a run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Recomputed paths on the fly using Dijkstra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8):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the robot remember obstacles across multiple runs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First run: discover obstacles and save them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Second run: start with knowledge from the first run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robot gets smarter with experience!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Today the robot discovers obstacles during a single run. Next lesson, it will carry that knowledge forward so it starts smarter each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