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5: Dijkstra's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Obstacle Detection with the Rangefinder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Read distance measurements from the XRP ultrasonic rangefinder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Determine whether an intersection is blocked using a distance threshold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Update a blocked-nodes list based on live sensor readings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Recompute a Dijkstra path after discovering a new obstacle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What if the map is wrong?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ultrasonic rangefinder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Reading distance at intersections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Threshold logic: blocked or clear?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Updating the blocked list and re-routing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exercise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What If the Robot Finds a Wall That Wasn't on the Map?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"You gave the robot a list of blocked intersections before it started. But what if there's an obstacle the robot didn't know about?"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problem: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So far, we hard-code the blocked list before the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In the real world, obstacles appear unexpectedly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Construction, fallen objects, other robots — things change!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The solution: Give the robot a sensor so it can detect obstacles on its own.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use the XRP's ultrasonic rangefinder to detect obstacles at each intersection and reroute on the fly.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Ultrasonic Rangefinder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How it works: Sends out an ultrasonic pulse and measures how long the echo takes to return.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rangefinder = Rangefinder.get_default_rangefinder()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= rangefinder.distance()  # returns distance in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facts: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69748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Distance in centimeters (float)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~2 cm to ~400 cm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Update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Very fast — can read many times per second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Mounted on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Front of the XRP robot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it detects: Any solid object in front of the robot — walls, boxes, other robots, your hand.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Reading Distance at Intersections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Strategy: Check for obstacles BEFORE driving into the next intersection.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When to check: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After arriving at an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Before deciding to drive to the next one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is pointing in the direction it wants to go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the readings mean: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At each intersection, before moving forward: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print(f"Distance ahead: {distance} cm")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9184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&gt; 30 cm  → Path ahead is clear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&lt; 15 cm  → Something is blocking the path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15-30 cm           → Gray zone — might be an obstacle approaching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Threshold Logic — Is It Blocked?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We pick a threshold distance. If the reading is below the threshold, treat the intersection as blocked.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15  # centimeters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distance &lt;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print("Obstacle detected! Path is blocked.")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is_blocked = True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print("Path is clear.")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is_blocked =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Why 15 cm?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Close enough that the obstacle is definitely in the robot's path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Far enough that the robot has time to stop and reroute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You may need to adjust based on your grid spacing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Important: The threshold depends on how far apart your intersections are. Test and tune!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Updating the Blocked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When the robot detects an obstacle, add that intersection to the blocked 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blocked list grows as the robot explores: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idea: The robot builds its own map of obstacles through experience.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[]  # starts empty — robot discovers obstacles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At intersection (1, 2), robot checks ahead toward (1, 3):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distance &lt;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next_intersection = (1, 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next_intersection not in blocked_nodes: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blocked_nodes.append(next_intersection)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print(f"Added {next_intersection} to blocked list")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2560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Run starts:    blocked_nodes = []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After check 1: blocked_nodes = [(1, 3)]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After check 2: blocked_nodes = [(1, 3), (2, 1)]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Re-routing After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After discovering a new obstacle, recompute the path using the updated blocked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788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dijkstra import Dijkstra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[(1, 3)]  # discovered so far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Robot is at (1, 2), heading to (3, 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Obstacle detected ahead at (1, 3) — already added to blocked_nodes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Recompute path from current position with updated blocked list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pathfinder = Dijkstra((1, 2),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new_path = pathfinder.compute_path((3, 3))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print("New path:", new_path)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flow: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arrives at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Check rangefinder for obstacle ahead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blocked: add to blocked list, recompute path from current position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clear: continue on current path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 to next intersection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Repeat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Integration with Navigator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Putting it all together — obstacle detection inside the navigation loop: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dijkstra import Dijkstra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navigator import Navigator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rangefinder = Rangefinder.get_default_rangefinder()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blocked_nodes = []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THRESHOLD = 15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current = (0,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destination = (3, 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pathfinder = Dijkstra(current,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path = pathfinder.compute_path(destination)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range(len(path) - 1):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Check ahead before driving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distance = rangefinder.distance()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distance &lt; THRESHOLD: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Add next intersection to blocked list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blocked_nodes.append(path[i + 1])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Recompute from current position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pathfinder = Dijkstra(path[i], blocked_nodes)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path = pathfinder.compute_path(destination)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Restart loop with new path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break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Drive to next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nav.drive_segment(path[i], path[i + 1])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Note: This is a simplified version. The full implementation will handle the loop restart more cleanly.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Activity: Add Obstacle Detection to Your Navigation Program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Set up the rangefinder: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from XRPLib.rangefinder import Rangefinder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rangefinder = Rangefinder.get_default_rangefinder()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Before each move, read the distance and print it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Choose a threshold (start with 15 cm and adjust)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an obstacle is detected: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Add the blocked intersection to your blocked list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Recompute the path using Dijkstra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Print the new path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Test by placing an object on the grid and watching the robot reroute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Can the robot read distance values from the rangefinder?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Does the robot correctly identify when an intersection is blocked?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Does the blocked list update when a new obstacle is found?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Does the robot recompute and follow a new path around the obstacle?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Debugging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Common issues and how to fix them: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Likely Cause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Distance always reads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Rangefinder not connected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Check wiring and port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detects "obstacles" that aren't there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Threshold too high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Lower the threshold value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misses real obstacles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Threshold too 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Raise the threshold 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Robot gets stuck in a loop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Re-routing leads back to same blocked node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Make sure blocked list persists across recomputations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Path recomputation is wrong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Using old position as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Use current intersection, not original start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Pro tip: Print the distance reading and blocked list at every intersection so you can see what the robot "sees."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Used the ultrasonic rangefinder to detect obstacles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Applied a threshold to decide if an intersection is blocked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Updated the blocked list dynamically during a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Recomputed paths on the fly using Dijkstra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8):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Make the robot remember obstacles across multiple runs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First run: discover obstacles and save them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Second run: start with knowledge from the first run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robot gets smarter with experience!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Today the robot discovers obstacles during a single run. Next lesson, it will carry that knowledge forward so it starts smarter each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