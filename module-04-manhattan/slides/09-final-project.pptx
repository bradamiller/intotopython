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4: Manhattan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Module 4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Integrate the Manhattan and Navigator classes into one program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Navigate to a series of destinations on the grid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Debug and refine the complete system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Demonstrate separation of concerns in a working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Project overview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Main program design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Implementation and testing (25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Demo and reflection (5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The Complete Robot Navigator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Where you started (Lesson 1):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what (row, col) means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you've built (Lessons 2-8):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Tuples for coordinates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Lists for paths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Manhattan class to compute paths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Navigator class to drive paths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Put it ALL together. Your robot will navigate to multiple destinations on the grid — automatically!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Main Program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Three components working together: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1. Manhattan class — computes the path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2. Navigator class — drives the path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navigator = Navigator((0, 0), "N")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3. Main program — orchestrates everything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destinations = [(2, 3), (0, 1), (3, 3), (1, 0)]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dest in destinations: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path = manhattan.compute_path(dest)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navigator.drive_path(path)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manhattan.position = navigator.position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main program is simple because the classes do the work!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Complete Main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XRPLib.board import Board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Import your classes (or define them above)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board = Board.get_default_board()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Setup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start = (0,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 = Manhattan(start)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navigator = Navigator(start, "N")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Destinations to visit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destinations = [(2, 3), (0, 1), (3, 3), (1, 0)]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print("Starting navigation!")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range(len(destinations)):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dest = destinations[i]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print("Leg", i + 1, "- Going to", dest)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Compute the path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path = manhattan.compute_path(dest)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  Path:", 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Drive the path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navigator.drive_path(path)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Update Manhattan's position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manhattan.position = navigator.position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  Arrived at", dest)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print("All destinations reached!")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Your final project must: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 the Manhattan class to compute paths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 the Navigator class to drive paths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Visit at least 4 destinations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Start from (0, 0)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Print the path for each leg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Successfully navigate the physical grid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Grading rubric: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Manhattan class works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Navigator class turns and drives correctly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Main program visits 4+ destinations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Code is organized and readable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completes the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1: Test Manhattan class alone (no robot)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dest in [(2,3), (0,1), (3,3), (1,0)]: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path = manhattan.compute_path(dest)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print(dest, "-&gt;", 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manhattan.position = dest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2: Test Navigator with one short 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Start with (0, 0) to (1, 0) — one step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Then (0, 0) to (2, 0) — straight line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Then (0, 0) to (1, 1) — requires one turn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3: Test full sequence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Run all 4 destinations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Watch for accumulated heading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Issues and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Issue 1: Robot turns wrong direction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Does physical starting heading match the code?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Is turn_to() updating self.heading?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Fix: Print heading before and after each turn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Issue 2: Robot overshoots intersections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Is straight() distance correct for your grid?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Fix: Measure actual distance between intersections, adjust parameter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Issue 3: Manhattan position not updating between legs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manhattan.position = navigator.position after each leg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Without this, all paths start from (0, 0)!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Issue 4: Path correct on screen, wrong on robot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This is usually a turning or distance issue, not an algorithm issue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Manhattan class output first, then debug Navigator separately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Extension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If you finish early: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 A: Return Home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After visiting all destinations, compute a path back to (0, 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it as the final destination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 B: Round Trip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Visit destinations in order, then visit them in reverse order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End up back at (0, 0)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 C: Custom Destinations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Let a partner choose 4 destinations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Your robot navigates to them without any code changes (just update the list!)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 D: Distance Tracker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Count total intersections crossed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Print a summary at the end: "Visited 4 destinations in 18 steps"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Combine your Manhattan and Navigator classes into one file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the main program with at least 4 destinations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Manhattan output on screen first (Step 1 from Slide 6)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robot one leg at a time (Step 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the full sequence (Step 3)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Destination suggestions for a 4x4 grid: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[(2, 3), (0, 1), (3, 3), (1, 0)]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[(3, 0), (3, 3), (0, 3), (0, 0)] — rectangle tour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[(1, 1), (2, 2), (1, 3), (3, 1)] — zigzag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Manhattan produce correct paths for all legs?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complete at least one leg correctly?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complete all 4 legs?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Reflection and 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accomplished in Module 4: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Coordinate systems and (row, col) convention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Tuples for positions, lists for paths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Manhattan algorithm for pathfinding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Testing without hardware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Navigator class for physical driving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Separation of concerns: algorithm vs. action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Looking ahead to Module 5: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if an intersection is BLOCKED?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Manhattan can't handle obstacles — it always goes the same way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5 introduces Dijkstra's algorithm — finds the BEST path around obstacles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Your Navigator class stays the same — only the pathfinding changes!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Big picture: You built a modular system. Swapping one component (Manhattan → Dijkstra) is easy because of separation of concerns.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