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57200"/>
            <a:ext cx="118872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Grid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3200400"/>
            <a:ext cx="20116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368503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coordinate system?  —  10 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and (row, col) convention  —  10 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exercise  —  25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365760"/>
            <a:ext cx="2971800" cy="4434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502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9320" y="141732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(row, column) coordinate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physical grid positions to coordinate pairs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intersections to determine robot position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coordinates accurately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a Robot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Where It Is?</a:t>
            </a:r>
            <a:endParaRPr lang="en-US" sz="3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91440"/>
            <a:ext cx="219456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2148840"/>
            <a:ext cx="8321040" cy="914400"/>
          </a:xfrm>
          <a:prstGeom prst="rect">
            <a:avLst/>
          </a:prstGeom>
          <a:solidFill>
            <a:srgbClr val="162942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176272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look around a room and know where you are.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robot know its position?”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3456432"/>
            <a:ext cx="3931920" cy="1444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3456432"/>
            <a:ext cx="109728" cy="14447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35204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Navigation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" y="391363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coordinates: latitude and longitude — two numbers pinpoint any location on Earth.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3456432"/>
            <a:ext cx="3931920" cy="1444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3456432"/>
            <a:ext cx="109728" cy="1444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35204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 Addresses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19472" y="391363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grid: 5th Ave &amp; 3rd St — two identifiers find any corner in the city.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49560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We’ll create a coordinate system for our robot’s grid — so it always knows where it 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Coordinate System?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 </a:t>
            </a:r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way to describe any position using numbers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109728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504" y="1435608"/>
            <a:ext cx="1316736" cy="1344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1463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Battleship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1920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"B4" = column B, row 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353312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353312"/>
            <a:ext cx="109728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1435608"/>
            <a:ext cx="1316736" cy="1344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19472" y="1463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Chess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19472" y="1920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"e5" = column e, row 5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760" y="29718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971800"/>
            <a:ext cx="10972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3054096"/>
            <a:ext cx="1316736" cy="1344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" y="3081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1792" y="35387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&amp; Longitude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971800"/>
            <a:ext cx="10972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3054096"/>
            <a:ext cx="1316736" cy="1344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19472" y="3081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919472" y="35387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A1, B3, etc.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65760" y="4599432"/>
            <a:ext cx="8412480" cy="457200"/>
          </a:xfrm>
          <a:prstGeom prst="rect">
            <a:avLst/>
          </a:prstGeom>
          <a:solidFill>
            <a:srgbClr val="16294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" y="4599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uniquely identify any position on a 2D surface.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Grid Convention — (row, col)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XRP robot grid uses (row, column) pairs: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5029200" cy="3840480"/>
        </p:xfrm>
        <a:graphic>
          <a:graphicData uri="http://schemas.openxmlformats.org/drawingml/2006/table">
            <a:tbl>
              <a:tblPr/>
              <a:tblGrid>
                <a:gridCol w="822960"/>
                <a:gridCol w="1051560"/>
                <a:gridCol w="1051560"/>
                <a:gridCol w="105156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60120"/>
            <a:ext cx="3063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960120"/>
            <a:ext cx="30632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9784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1508760"/>
            <a:ext cx="278892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97880" y="1508760"/>
            <a:ext cx="9144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08192" y="15636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 number = row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08192" y="1911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97880" y="2606040"/>
            <a:ext cx="278892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97880" y="2606040"/>
            <a:ext cx="9144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08192" y="26609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2nd number = column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08192" y="30083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left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97880" y="3703320"/>
            <a:ext cx="278892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97880" y="3703320"/>
            <a:ext cx="9144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08192" y="37581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at (0,0)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08192" y="41056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corner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home base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Coordinates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What are the coordinates?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937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0" y="1005840"/>
            <a:ext cx="105156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0058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(0, 0)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corner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4937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20240"/>
            <a:ext cx="105156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202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(1, 2)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down, two columns right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4937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2834640"/>
            <a:ext cx="105156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834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(3, 3)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of a 4×4 grid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4937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3749040"/>
            <a:ext cx="10515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749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(2, 0)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8770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row, first column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960120"/>
            <a:ext cx="3200400" cy="3977640"/>
          </a:xfrm>
          <a:prstGeom prst="rect">
            <a:avLst/>
          </a:prstGeom>
          <a:solidFill>
            <a:srgbClr val="FFF7E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960120"/>
            <a:ext cx="32004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9784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MISTAKE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1508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Mixing up row and column order!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0" y="2029968"/>
            <a:ext cx="2926080" cy="86868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97880" y="2505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2, column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3081528"/>
            <a:ext cx="292608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(3, 2)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97880" y="3557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3, column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06440" y="4206240"/>
            <a:ext cx="292608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4206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These are DIFFERENT positions!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Physical Grid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robot drives on a physical grid: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tape lines form a grid on the floor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intersection is a coordinate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uses line-following to travel between intersections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286000"/>
            <a:ext cx="4389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COUNT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715768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715768"/>
            <a:ext cx="9144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07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(0,0) — the home position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374136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374136"/>
            <a:ext cx="9144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655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forward increases the row number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4032504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4032504"/>
            <a:ext cx="9144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1239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right increases the column number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502920"/>
            <a:ext cx="402336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576072"/>
            <a:ext cx="38404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536192"/>
            <a:ext cx="38404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496312"/>
            <a:ext cx="38404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3456432"/>
            <a:ext cx="38404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4416552"/>
            <a:ext cx="38404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02352" y="594360"/>
            <a:ext cx="36576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2472" y="594360"/>
            <a:ext cx="36576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22592" y="594360"/>
            <a:ext cx="36576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82712" y="594360"/>
            <a:ext cx="36576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42832" y="594360"/>
            <a:ext cx="36576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50292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685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89320" y="5029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685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5029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685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(0,2)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09560" y="5029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5029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14630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89320" y="14630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49440" y="14630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909560" y="14630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0" y="14630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242316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2606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89320" y="242316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2606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49440" y="242316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2606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(2,2)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909560" y="242316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69680" y="242316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338328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338328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49440" y="338328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09560" y="338328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69680" y="338328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0" y="434340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89320" y="434340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49440" y="434340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09560" y="434340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0" y="434340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667512"/>
            <a:ext cx="502920" cy="59436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5029200" y="4581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 = home  •  dots = intersections = coordinates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Coordinates Matter for Navigation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41148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Coordinates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207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forward"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824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right"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579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forward"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33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left"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749040"/>
            <a:ext cx="411480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67328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plan. Hard to change destination.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mistake ruins the whole sequence.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594360"/>
            <a:ext cx="41148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594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Coordinates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078992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1207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from (0,0) to (2,3)"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6824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calculates the path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21579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destination?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2633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change the numbers!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3749040"/>
            <a:ext cx="411480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767328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Flexible. Powerful. The robot thinks — not just follows.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16294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663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for Module 4 (Manhattan pathfinding) and Module 5 (Dijkstra’s algorithm).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Coordinates in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50292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822960"/>
            <a:ext cx="68580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8229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(“Position: row”,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“col”,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simplest way to store a position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502920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3246120"/>
            <a:ext cx="68580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46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410712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(position[</a:t>
            </a:r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B0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822960"/>
            <a:ext cx="301752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822960"/>
            <a:ext cx="30175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841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LESSON PREVIEW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1371600"/>
            <a:ext cx="2743200" cy="914400"/>
          </a:xfrm>
          <a:prstGeom prst="rect">
            <a:avLst/>
          </a:prstGeom>
          <a:solidFill>
            <a:srgbClr val="1629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37160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435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Tuples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08192" y="1755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a data type perfectly designed for coordinate pairs.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2468880"/>
            <a:ext cx="2743200" cy="914400"/>
          </a:xfrm>
          <a:prstGeom prst="rect">
            <a:avLst/>
          </a:prstGeom>
          <a:solidFill>
            <a:srgbClr val="1629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46888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25328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08192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position[0] =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position[1] = col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3566160"/>
            <a:ext cx="2743200" cy="914400"/>
          </a:xfrm>
          <a:prstGeom prst="rect">
            <a:avLst/>
          </a:prstGeom>
          <a:solidFill>
            <a:srgbClr val="1629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356616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36301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08192" y="3950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write code that creates and uses coordinate tuples.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Turn! — Map the Grid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987552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987552"/>
            <a:ext cx="109728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15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physical grid (or diagram)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1764792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1764792"/>
            <a:ext cx="109728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89280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intersection with its (row, col) coordinate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542032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2542032"/>
            <a:ext cx="109728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6700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 on the right 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566928"/>
            <a:ext cx="3246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5669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TO ANSWER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960120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9601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10241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coordinate of the bottom-right corner?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1554480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5544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161848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intersections are on a 4×4 grid?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2148840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1488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80760" y="22128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robot is at (1,2), what is directly below it?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77840" y="2743200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7432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80760" y="280720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directly to the right of (0,0)?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3520440"/>
            <a:ext cx="8412480" cy="384048"/>
          </a:xfrm>
          <a:prstGeom prst="rect">
            <a:avLst/>
          </a:prstGeom>
          <a:solidFill>
            <a:srgbClr val="16294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99592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3995928"/>
            <a:ext cx="10972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995928"/>
            <a:ext cx="41148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99592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60120" y="409651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read any coordinate on the grid?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46120" y="399592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995928"/>
            <a:ext cx="10972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46120" y="3995928"/>
            <a:ext cx="41148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399592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794760" y="409651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find a position from a coordinate?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80760" y="399592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80760" y="3995928"/>
            <a:ext cx="10972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3995928"/>
            <a:ext cx="41148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3995928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629400" y="409651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row vs. column order?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to Next Lesson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40233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109728" cy="3200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40233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04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DID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(row, column) coordinate system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physical grid positions to coordinate pairs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reading and writing coordinates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5371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257800" y="804672"/>
            <a:ext cx="352044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804672"/>
            <a:ext cx="109728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804672"/>
            <a:ext cx="352044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804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2: TUPLES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298448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tuples — Python’s way to store coordinate pairs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that creates and uses coordinate tuples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toward representing robot position in code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169664"/>
            <a:ext cx="836676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16966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REMEMBER:  </a:t>
            </a:r>
            <a:pPr indent="0" marL="0">
              <a:buNone/>
            </a:pPr>
            <a:r>
              <a:rPr lang="en-US" sz="17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first, column second — </a:t>
            </a:r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(row, col)</a:t>
            </a:r>
            <a:pPr indent="0" marL="0">
              <a:buNone/>
            </a:pPr>
            <a:r>
              <a:rPr lang="en-US" sz="17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always!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Coordinates on the Grid</dc:title>
  <dc:subject>PptxGenJS Presentation</dc:subject>
  <dc:creator>PptxGenJS</dc:creator>
  <cp:lastModifiedBy>PptxGenJS</cp:lastModifiedBy>
  <cp:revision>1</cp:revision>
  <dcterms:created xsi:type="dcterms:W3CDTF">2026-02-23T21:12:29Z</dcterms:created>
  <dcterms:modified xsi:type="dcterms:W3CDTF">2026-02-23T21:12:29Z</dcterms:modified>
</cp:coreProperties>
</file>