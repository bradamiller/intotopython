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A0C4E8"/>
                </a:solidFill>
                <a:latin typeface="Calibri"/>
              </a:defRPr>
            </a:pPr>
            <a:r>
              <a:t>Module 4: Manhattan Navigation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Calibri"/>
              </a:defRPr>
            </a:pPr>
            <a:r>
              <a:t>Lists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Learning Objectives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Create and manipulate lists in Python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Use append() to add items to a list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Iterate through a list with a for loop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Represent a path as a list of coordinate tuples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310896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Agenda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What is a list? (8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Creating lists and append() (10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Iterating with for loops (10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Paths as lists of tuples (17 min)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Hook — One Position Is Not Enough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Problem: We can store ONE position with a tuple.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669280" cy="7315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position = (2, 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But a path has MANY positions: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(0, 0) → (1, 0) → (2, 0) → (2, 1) → (2, 2) → (2, 3)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Question: "How do we store a whole sequence of positions?"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Answer: A list!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 Is a List?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List: An ordered, mutable collection of values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Creating a list: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5669280" cy="9601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numbers = [1, 2, 3, 4, 5]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names = ["Alice", "Bob", "Charlie"]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empty = []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5029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Key features: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Uses square brackets: [ ]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Values separated by commas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Can hold any type of value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Can grow and shrink (mutable!)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Tuple vs. List: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List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Creating and accessing: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Adding items with append():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Key: append() adds to the END of the list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5303520" cy="1417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4937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colors = ["red", "green", "blue"]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print(colors[0])      # "red"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print(colors[1])      # "green"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print(len(colors))    #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194560"/>
            <a:ext cx="5303520" cy="1417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4937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colors = ["red", "green"]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colors.append("blue")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print(colors)         # ["red", "green", "blue"]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colors.append("yellow")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print(colors)         # ["red", "green", "blue", "yellow"]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Iterating Through a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Use a for loop to visit each item: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Output: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With index numbers: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Output: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48640" y="2743200"/>
            <a:ext cx="5303520" cy="1188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83464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colors = ["red", "green", "blue"]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for color in colors: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print(color)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743200"/>
            <a:ext cx="5303520" cy="1188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83464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red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green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blue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069080"/>
            <a:ext cx="5303520" cy="9601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16052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for i in range(len(colors)):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print("Item", i, "is", colors[i])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069080"/>
            <a:ext cx="5303520" cy="9601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16052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Item 0 is red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Item 1 is green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Item 2 is blue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Building a List Step by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Start empty, add items in a loop: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Output: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Step by step: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This pattern is KEY for building paths!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68880"/>
            <a:ext cx="5303520" cy="16459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squares = []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for i in range(5):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squares.append(i * i)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print(squares)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468880"/>
            <a:ext cx="5303520" cy="16459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56032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[0, 1, 4, 9, 16]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A Path Is a List of Tuples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Combining lists and tuples: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Iterating through a path: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Output: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48640" y="2468880"/>
            <a:ext cx="5303520" cy="1417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4937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path = [(0, 0), (1, 0), (2, 0), (2, 1), (2, 2), (2, 3)]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print("Path has", len(path), "steps")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print("Start:", path[0])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print("End:", path[-1])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468880"/>
            <a:ext cx="5303520" cy="1417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560320"/>
            <a:ext cx="4937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for step in path: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print("Visit:", step)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print("  Row:", step[0], "Col:", step[1])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23360"/>
            <a:ext cx="10972800" cy="1417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114800"/>
            <a:ext cx="10607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Visit: (0, 0)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Row: 0 Col: 0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Visit: (1, 0)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Row: 1 Col: 0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Building a Path with append()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Build a path programmatically: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Output: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Next lesson: We'll write code that CALCULATES the path automatically!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5303520" cy="32004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49377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path = []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# Add the starting position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path.append((0, 0))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# Move down 2 rows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path.append((1, 0))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path.append((2, 0))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# Move right 3 columns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path.append((2, 1))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path.append((2, 2))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path.append((2, 3))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print("Path:", path)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194560"/>
            <a:ext cx="5303520" cy="32004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49377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Path: [(0, 0), (1, 0), (2, 0), (2, 1), (2, 2), (2, 3)]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Common List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Mistake 1: append() inside vs. outside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Mistake 2: Confusing [ ] and ( 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Mistake 3: Forgetting the list is empty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48640" y="2743200"/>
            <a:ext cx="5303520" cy="1188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83464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path = []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for i in range(3):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position = (i, 0)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path.append(position)    # WRONG — only adds the last one!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743200"/>
            <a:ext cx="5303520" cy="1188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83464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path = []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for i in range(3):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position = (i, 0)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path.append(position)  # CORRECT — adds each one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069080"/>
            <a:ext cx="5303520" cy="7315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16052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path = [(0, 0), (1, 0)]   # List of tuples ✓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path = ((0, 0), (1, 0))   # Tuple of tuples — not what we want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069080"/>
            <a:ext cx="5303520" cy="7315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16052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path = []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print(path[0])    # IndexError! Empty list has no items.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Your Turn!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Activity: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Create an empty list called path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Use append() to add these coordinates in order: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(0, 0), (0, 1), (0, 2), (1, 2), (2, 2)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Print the full path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Print how many steps the path has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Use a for loop to print each step with its row and column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Challenge: Write a loop that builds a path from (0, 0) down to (4, 0):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566160"/>
            <a:ext cx="5669280" cy="1188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path = []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for row in range(5):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path.append((row, 0))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print(path)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356616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Checkpoints: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Can you create and append to a list?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Can you iterate through a list of tuples?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Can you access the row and column from each tuple in the list?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Connection to Next Lesson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What you did today: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Created lists and used append()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Iterated through lists with for loops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Built paths as lists of coordinate tuples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Next lesson (Lesson 4):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Learn the Manhattan algorithm — how to calculate a path automatically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Given a start and destination, compute every step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No more adding coordinates by hand!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Key insight: You now have the data structures. Next, you'll learn the algorithm.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