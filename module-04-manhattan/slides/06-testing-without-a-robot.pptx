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Testing Without a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why testing without hardware is important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Write test programs that verify algorithm output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Compare computed paths against hand-calculated expected paths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Build confidence in code before deploying to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Why test without a robot?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Writing test programs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Systematic testing strategy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Practice: Test your Manhattan class (20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Would You Fly an Untested Airplane?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"Would a pilot fly a new airplane without testing it on the ground first?"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Of course not!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engines on the ground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Run simulations before flying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 every system before takeoff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Same with robots: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the algorithm with print statements first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the math is correct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THEN put it on the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Today's motto: "Test on screen before you test on the floor."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Separation of Concerns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Two separate problems: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Problem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Where it runs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test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Computing the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Any computer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 the path make sense?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Driving the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On the robot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Does the robot follow correctly?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2651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Manhattan class computes paths — no motors needed!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print(path)   # Just prints — no robot required!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Benefit: Fix algorithm bugs BEFORE the robot drives into a wall.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Writing a Test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Basic test structure: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103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Test 1: Basic forward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print("Test 1 - (0,0) to (2,3):")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  Path:", path)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  Steps:", len(path) - 1)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to check: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the path start at the correct position?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the path end at the destination?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Is the number of steps correct (Manhattan distance)?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Does each step move exactly one row or one column?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Expected vs.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Compare what you expect with what you get: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Expected path (from hand trace)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expected = [(0,0), (1,0), (2,0), (2,1), (2,2), (2,3)]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Actual path (from your class)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actual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Compare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actual == expected: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print("Test 1: PASS")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print("Test 1: FAIL")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  Expected:", expected)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  Actual:  ", 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is the core of testing: Expected output vs. actual output.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Systematic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different scenarios: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run_test(test_name, start, dest, expected):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manhattan = Manhattan(start)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actual = manhattan.compute_path(dest)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if actual == expected: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print(test_name, "- PASS")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print(test_name, "- FAIL")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  Expected:", expected)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  Actual:  ", actual)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cases to cover: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84048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Forward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Basic case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Backward left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(2,3)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Reverse direction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Column only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column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(3,2)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only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(1,1)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 movement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One step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(0,1)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Minimal path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Debugging with Print Statements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If a test fails, add print statements inside compute_path: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320040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def compute_path(self, destination):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print("Computing path from", self.position, "to", destination)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path = [self.position]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current_row = self.position[0]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current_col = self.position[1]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 rest of code ...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print("Row step:", row_step)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print("Col step:", col_step)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while current_row != dest_row: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current_row = current_row + row_step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path.append((current_row, current_col))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    print("  Added:", (current_row, current_col))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#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This lets you see exactly what's happening, step by step.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Remove print statements after debugging!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Common Bugs and How to Find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Bug 1: Path missing the start position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Symptom: Path has 5 steps instead of 6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Make sure path = [self.position] (include start)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Bug 2: Path goes wrong direction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Symptom: (0,0) to (2,3) produces (0,0), (-1,0), (-2,0)...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Check row_step logic — should be +1 when dest &gt; current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Bug 3: Infinite loop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Symptom: Program never finishes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If start == destination for that axis, the while loop should not execute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Bug 4: Off-by-one error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Symptom: Path goes one step too far or stops one step short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Fix: Check while condition — should be != not &lt; or &gt;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Create a new file: test_manhattan.py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Copy your Manhattan class into it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Write at least 6 test cases using the table from Slide 6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Run the tests and verify all pass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any fail, debug using print statements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Test template: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# Test 1: Basic forward path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manhattan = Manhattan((0, 0))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path = manhattan.compute_path((2, 3))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expected = [(0,0), (1,0), (2,0), (2,1), (2,2), (2,3)]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print("Test 1:", "PASS" if path == expected else "FAIL")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2918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 all 6 tests pass?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Did you test reverse directions?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Did you test edge cases (same row, same position)?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why testing without hardware matters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Wrote systematic test programs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Verified your Manhattan class against expected outputs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Debugged any issues before touching the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7):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Tackle the turning challenge — the robot needs to face the right direction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 about headings (North, South, East, West)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Figure out turn logic: "I'm facing North, I need to go East — turn right!"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The algorithm is tested and working. Now we need to make the robot actually drive 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