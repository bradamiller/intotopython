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Implementing the Navigator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the Navigator class with position and heading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drive_path() to turn and drive through a path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Track and update heading as the robot moves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with DifferentialDrive for physical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Class design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Implementing helper methods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drive_path()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on the robot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Algorithm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We have TWO pieces working: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Manhattan class computes the path (list of tuples)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Turning logic tells us what turns are needed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Missing piece: Something that actually DRIVES the robot!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[(0,0), (1,0), (2,0), (2,1), (2,2)]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How does this become real robot movement?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Today: Build the Navigator class that turns and drives through any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Navigator Class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does the Navigator need?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Data (stored in __init__):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self.position — current (row, col) tuple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self.heading — current direction ("N", "S", "E", "W")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self.drivetrain — the DifferentialDrive object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Methods: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get_needed_direction(next_pos) — what direction to face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turn_to(direction) — turn the robot to face that direction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drive_one_step() — drive forward one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drive_path(path) — drive the entire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__init__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Usage: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Note: The starting heading must match how you physically place the robot!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Navigator: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start, heading):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self.position = start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self.heading = heading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self.drivetrain = DifferentialDrive.get_default_differential_drive()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 = Navigator((0, 0), "N")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print("Position:", nav.position)   #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print("Heading:", nav.heading)     # 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get_needed_direction()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Determine direction from current position to next position: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get_needed_direction(self, next_pos):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row_diff = next_pos[0] - self.position[0]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col_diff = next_pos[1] - self.position[1]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row_diff == 1: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"S"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elif row_diff == -1: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"N"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elif col_diff == 1: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"E"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elif col_diff == -1: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"W"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 = Navigator((0, 0), "N")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direction = nav.get_needed_direction((1,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print(direction)   # "S" — need to go south (row increases)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turn_to()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Turn the robot to face the desired direction: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turn_to(self, direction):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self.heading == 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  # Already facing the right way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right_turns = {"N": "E", "E": "S", "S": "W", "W":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left_turns = {"N": "W", "W": "S", "S": "E", "E":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right_turns[self.heading] == 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self.drivetrain.turn(90)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self.heading = direction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elif left_turns[self.heading] == 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self.drivetrain.turn(-90)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self.heading = direction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180 degree turn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self.drivetrain.turn(180)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self.heading =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Key: Updates self.heading after turning!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drive_path()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main method — drive through every step in the path: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drive_path(self, path):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next_pos in path: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next_pos == self.position: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continue   # Skip the starting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1. Figure out which way to face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direction = self.get_needed_direction(next_pos)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2. Turn if needed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self.turn_to(direction)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3. Drive forward one intersection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self.drivetrain.straight(30)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4. Update position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self.position = next_pos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print("Arrived at", self.position)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loop: For each coordinate in the path, turn to face it, drive forward, update position.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Note: straight(30) assumes 30 cm between intersections — adjust for your grid!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Complete test program: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XRPLib.differential_drive import DifferentialDrive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from XRPLib.board import Board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Manhattan: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 (from Lesson 5)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Navigator: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 (from this lesson)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Main program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 = Navigator((0, 0), "N")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Compute and drive a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destination = (2, 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manhattan.compute_path(destination)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print("Path:",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nav.drive_path(path)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print("Arrived at destination!")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the Navigator class with all four methods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a simple path first: (0, 0) to (2, 0) — straight line, may need one turn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Then try: (0, 0) to (2, 2) — requires a direction change mid-path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Adjust the straight(30) distance to match your grid spacing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Debugging tips: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the heading and turn at each step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Start with a 2-step path before trying longer ones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Make sure the robot's physical starting heading matches "N" (or whichever you chose)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turn correctly at each step?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it arrive at the right intersection?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heading update properly?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Implemented the Navigator class with drive_path()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Integrated turning logic with physical robot movement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on real paths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9 — Final Project):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Integrate Manhattan + Navigator into a complete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Navigate to a LIST of destinations (not just one)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4+ destinations on the grid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achievement: You now have TWO classes working together — one computes, one drives. That's separation of concerns in action!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