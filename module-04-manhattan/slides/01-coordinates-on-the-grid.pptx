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4: Manhattan Navigation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Coordinates on the Grid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Understand the (row, column) coordinate system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Map physical grid positions to coordinate pairs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Count intersections to determine robot position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Read and write coordinates accurately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What is a coordinate system?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The grid and (row, col) convention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Mapping exercise (25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— How Does a Robot Know Where It 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Question: "You can look around a room and know where you are. How does a robot know its position?"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Discussion: GPS uses coordinates (latitude, longitude). Street addresses use a grid (5th Ave &amp; 3rd Street).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Today: We'll create a coordinate system for our robot's grid — so it always knows where it is.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Is a Coordinate System?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Definition: A way to describe any position using numbers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Examples Students Know: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Battleship: "B4" = column B, row 4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Chess: "e5" = column e, row 5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Maps: latitude and longitude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Spreadsheets: cell A1, B3, etc.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Key Idea: Two numbers uniquely identify any position on a 2D surface.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Grid Convention — (row, col)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 XRP grid uses (row, column):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0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1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2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3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(0,0)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(0,1)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(0,2)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(0,3)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1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(1,0)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(1,1)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(1,2)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(1,3)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(2,0)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(2,1)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(2,2)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(2,3)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3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(3,0)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(3,1)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(3,2)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(3,3)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383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Convention: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First number = row (how far down)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Second number = column (how far right)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Start at (0, 0) in the top-left corner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Reading Coordinates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Practice: What are the coordinates?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Top-left corner: (0, 0)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One row down, two columns right: (1, 2)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Bottom-right of a 4x4 grid: (3, 3)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Third row, first column: (2, 0)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Common Mistake: Mixing up row and column order!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(2, 3) means row 2, column 3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(3, 2) means row 3, column 2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These are DIFFERENT positions!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Physical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Your robot drives on a physical grid: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Black tape lines form a grid on the floor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Each intersection is a coordinate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The robot uses line-following (Module 2) to travel between intersections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How to count: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Start at (0, 0) — the home position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Moving forward increases the row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Moving right increases the column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Show: Photo/diagram of taped grid with labeled intersections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Coordinates Matter for Navigation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Without coordinates: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"Go forward, turn right, go forward, turn left..."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Hard to plan, hard to change destination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With coordinates: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"Go from (0, 0) to (2, 3)"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The robot can CALCULATE the path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Change destination? Just change the numbers!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This is the foundation for Modules 4 and 5: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Module 4: Manhattan pathfinding using coordinates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Module 5: Dijkstra's algorithm using coordinates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Coordinates in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We'll represent positions as pairs of numbers: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Next lesson preview — Tuples: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 Idea: Python has a data type called a "tuple" that's perfect for storing coordinates. That's Lesson 2!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530352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row = 2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col = 3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print("Position: row", row, "col", col)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194560"/>
            <a:ext cx="530352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position = (2, 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print("Position:", position)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print("Row:", position[0])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print("Col:", position[1])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Activity: Map the Grid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Look at the physical grid (or the diagram)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Label every intersection with its (row, col) coordinate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Answer these questions: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What is the coordinate of the bottom-right corner?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How many intersections are on a 4x4 grid?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If the robot is at (1, 2), what intersection is directly below it?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What is directly to the right of (0, 0)?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Can you read any coordinate on the grid?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Can you find the position given a coordinate?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 you know which number is row and which is column?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you did today: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Learned the (row, column) coordinate system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Mapped physical grid positions to coordinates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Practiced reading and writing coordinates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Next lesson (Lesson 2):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Learn about tuples — Python's way to store coordinate pairs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Write code that creates and uses coordinate tuples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Build toward representing robot position in code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Remember: Row first, column second — (row, col)!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