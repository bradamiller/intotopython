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4: Manhattan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The Manhattan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Understand how Manhattan distance pathfinding works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Trace the algorithm by hand for given start/destination pairs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Explain the "rows first, then columns" strategy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Handle paths in all four directions (up, down, left, right)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What is Manhattan distance?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algorithm: rows first, then columns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Hand-tracing examples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Practice worksheet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How Do You Walk in 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"If you're at 1st Street &amp; 1st Avenue and need to get to 4th Street &amp; 3rd Avenue, how do you walk?"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You can't cut diagonally through buildings!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Walk along streets (rows) and avenues (columns)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Go north/south first, then east/west — or vice versa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This is Manhattan distance — named after the grid layout of Manhattan, New York City.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Our robot has the same constraint: It drives along grid lines, not diagonally.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Manhattan Distance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Manhattan distance: The total number of row steps + column steps between two points.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Example: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Start: (0, 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Destination: (2, 3)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Row distance: |2 - 0| = 2 steps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Column distance: |3 - 0| = 3 steps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Manhattan distance: 2 + 3 = 5 steps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Compare to straight-line distance: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Straight line: about 3.6 (Pythagorean theorem)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Manhattan: 5 (along grid lines)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Manhattan is always &gt;= straight line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Algorithm — Rows First, Then Columns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Strategy: Move along rows until correct row, then move along columns.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Example: (0, 0) to (2, 3)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1: Move along rows (0 → 2)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(0, 0) → (1, 0) → (2, 0)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2: Move along columns (0 → 3)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(2, 0) → (2, 1) → (2, 2) → (2, 3)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Full path: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9184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38328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→ (1,0) → (2,0) → (2,1) → (2,2) → (2,3)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32918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Total: 5 steps (matches Manhattan distance!)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Tracing on the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Visual: (0, 0) to (2, 3)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0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1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2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 3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1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↓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Row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END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 path makes an "L" shape: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Down 2 rows, then right 3 columns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Always goes rows first, then columns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Direction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What if the destination is UP or LEFT?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Example: (2, 3) to (0, 1)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Row: go from 2 to 0 (decrease — move UP)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Column: go from 3 to 1 (decrease — move LEFT)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Path: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566928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(2,3) → (1,3) → (0,3) → (0,2) → (0,1)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How to determine direction: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destination row &gt; current row → move DOWN (row increases)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destination row &lt; current row → move UP (row decreases)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destination col &gt; current col → move RIGHT (col increases)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If destination col &lt; current col → move LEFT (col decreases)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Step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Use +1 or -1 to control direction: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45920"/>
            <a:ext cx="5669280" cy="23317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If destination row &gt; start row: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row_step = +1    (moving down)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row_step = -1    (moving up)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If destination col &gt; start col: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col_step = +1    (moving right)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Else: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col_step = -1    (moving left)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502920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Example: (3, 0) to (1, 2)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Row: 3 → 1, so row_step = -1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Col: 0 → 2, so col_step = +1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Path: (3,0) → (2,0) → (1,0) → (1,1) → (1,2)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More Practice — Hand Trace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Trace these paths by hand: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Path 1: (0, 0) to (3, 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Row steps: 0 → 3 (step = +1): (0,0), (1,0), (2,0), (3,0)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Col steps: 0 → 2 (step = +1): (3,1), (3,2)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Full: (0,0) → (1,0) → (2,0) → (3,0) → (3,1) → (3,2)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Path 2: (2, 2) to (0, 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Row steps: 2 → 0 (step = -1): (2,2), (1,2), (0,2)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Col steps: 2 → 0 (step = -1): (0,1), (0,0)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Full: (2,2) → (1,2) → (0,2) → (0,1) → (0,0)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Path 3: (1, 0) to (1, 3)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Row steps: 1 → 1 (none needed — already on correct row!)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Col steps: 0 → 3 (step = +1): (1,1), (1,2), (1,3)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Full: (1,0) → (1,1) → (1,2) → (1,3)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Edge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Same row — only column movement: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(2, 0) to (2, 3): just move right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Path: (2,0) → (2,1) → (2,2) → (2,3)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Same column — only row movement: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 1) to (3, 1): just move down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Path: (0,1) → (1,1) → (2,1) → (3,1)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Same position — no movement: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(1, 1) to (1, 1): path is just [(1, 1)]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Manhattan distance = 0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All of these should work with our algorithm!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Activity: Hand-Trace the Algorithm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 the path from (0, 0) to (2, 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 the path from (3, 3) to (0, 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 the path from (1, 3) to (1, 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 the path from (0, 2) to (3, 2)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For each path: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out every coordinate in the path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Count the total number of steps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Verify: steps = |row difference| + |col difference|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trace a path in all four directions?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Do your step counts match the Manhattan distance?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Can you handle the "same row" and "same column" cases?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the Manhattan distance concept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Traced the "rows first, then columns" algorithm by hand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Handled all four directions with step values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5):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the Manhattan algorithm as a Python class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compute_path(destination) that returns a list of tuples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The computer does the tracing for you!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You traced by hand today. Next lesson, you'll teach the computer to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