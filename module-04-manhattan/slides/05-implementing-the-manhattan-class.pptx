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4: Manhattan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Implementing the Manhattan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Design a class with __init__ and compute_path methods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 the Manhattan algorithm in Python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Handle direction using conditional logic (+1 or -1 step)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 a path as a list of tuples using append()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Class design overview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Building compute_path step by step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 coding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your class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From Paper to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Last lesson: You traced paths by hand.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You'll write a class that computes paths automatically.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goal: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manhattan.compute_path((2, 3))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[(0,0), (1,0), (2,0), (2,1), (2,2), (2,3)]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"Can you translate the hand-tracing steps into Python code?"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Class Design — Manhattan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does the class need?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Data (stored in __init__):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self.position — the robot's current position as a tuple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Methods: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compute_path(destination) — returns a list of tuples from current position to destination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Class skeleton: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566928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30352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class Manhattan: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__init__(self, start):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self.position = start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compute_path(self, destination):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Build and return the path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017520"/>
            <a:ext cx="5029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1 — Determine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First, figure out which way to go: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compute_path(self, destination):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path = [self.position]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current_row = self.position[0]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current_col = self.position[1]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dest_row = destination[0]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dest_col = destination[1]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Which direction for rows?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dest_row &gt; current_row: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row_step = 1       # Move down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row_step = -1      # Move up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Which direction for columns?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dest_col &gt; current_col: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col_step = 1       # Move right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col_step = -1      # Move left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This matches what we did by hand in Lesson 4!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2 — Move Along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Loop through rows until we reach the destination row: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Move along rows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while current_row != dest_row: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current_row = current_row + row_step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path.append((current_row, current_col))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Trace for (0, 0) to (2, 3):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69748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Iteration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current_row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row_step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Appended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(1, 0)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(2, 0)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 ==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Path so far: [(0,0), (1,0), (2,0)]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3 — Move Along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Loop through columns until we reach the destination column: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Move along columns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while current_col != dest_col: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current_col = current_col + col_step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path.append((current_row, current_col))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return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Continuing the trace for (0, 0) to (2, 3):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15468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Iteration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current_col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col_step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Appended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(2, 1)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(2, 2)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(2, 3)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Stop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 == 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Final path: [(0,0), (1,0), (2,0), (2,1), (2,2), (2,3)]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Complete Manhattan 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class Manhattan: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__init__(self, start):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self.position = start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compute_path(self, destination):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path = [self.position]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current_row = self.position[0]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current_col = self.position[1]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dest_row = destination[0]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dest_col = destination[1]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if dest_row &gt; current_row: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row_step =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row_step = -1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if dest_col &gt; current_col: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col_step =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col_step = -1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while current_row != dest_row: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current_row = current_row + row_step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path.append((current_row, current_col))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while current_col != dest_col: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current_col = current_col + col_step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path.append((current_row, current_col))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Using the Manhattan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program: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Wait — second path starts from (0, 0) again!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Important: compute_path always starts from self.position. If you want the robot to "move," update the position: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manhattan.compute_path((2, 3))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print("Path to (2,3):", 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manhattan.compute_path((1, 1))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print("Path to (1,1):", path)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manhattan.position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manhattan.compute_path((0,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print("Return path:", path)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Type the complete Manhattan class into a new Python file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these cases: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 0) to (2, 3) — expected: 6 positions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(2, 3) to (0, 0) — expected: 6 positions (reverse)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 0) to (0, 3) — expected: 4 positions (same row)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(1, 1) to (1, 1) — expected: 1 position (same spot)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Print each path and verify against your hand traces from Lesson 4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your class produce the correct paths?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it handle all four directions?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"same position" case return just the start?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Implemented the Manhattan class with compute_path()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Built paths using while loops and append()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Handled direction with conditional step values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6):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 how to test without a robot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systematic test programs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Verify your class works correctly before putting it on the robot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The algorithm is pure math — no motors, no sensors. We can test it on any computer!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