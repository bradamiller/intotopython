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4: Manhattan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The Challenge of Turning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heading as a direction the robot faces (N, S, E, W)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Determine the required direction from consecutive coordinates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Calculate what turn is needed given current heading and desired direction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Work through turning logic on paper before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What is heading?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Direction from coordinates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Turn logic (15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worksheet (15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The Algorithm Knows Where, Not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We have a path: [(0,0), (1,0), (2,0), (2,1), (2,2)]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The robot knows WHERE to go. But HOW does it get there?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Problem: Going from (0, 0) to (1, 0) means "move one row down." But the robot needs to know: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Which direction am I facing RIGHT NOW?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Which direction do I NEED to face?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 I need to turn? Which way?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Today: We'll solve the turning puzzle.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Heading?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Heading: The direction the robot is currently facing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Four cardinal directions: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Heading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Row change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change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Facing up (row decreases)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South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Facing down (row increases)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Facing right (col increases)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Facing left (col decreases)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-1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We'll use strings: "N", "S", "E", "W"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Idea: The robot always starts facing a known direction (e.g., "N" or "E").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Direction from Coordinates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Given two consecutive coordinates, what direction is the robot moving?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current = (0, 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next_pos = (1, 0)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row_diff = next_pos[0] - current[0]   # 1 - 0 = 1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col_diff = next_pos[1] - current[1]   # 0 - 0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Rules: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92608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row_diff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col_diff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South (moving down)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-1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North (moving up)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East (moving right)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-1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West (moving left)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Example: (2, 0) to (2, 1) → row_diff=0, col_diff=+1 → East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Turn Is Needed?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turn depends on: current heading AND needed direction.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 1: Facing North, need to go East → Turn RIGHT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 2: Facing North, need to go West → Turn LEFT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 3: Facing North, need to go South → Turn AROUND (180°)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 4: Facing East, need to go East → NO TURN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Turn table (current heading → needed direction → turn):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Need 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Need 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Need 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Need 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180°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Left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180°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Left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Right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180°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Right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Left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180°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Turn Logic in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One way to code it: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320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get_turn(current_heading, needed_direction):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if current_heading == needed_direction: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return "none"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right_turns = {"N": "E", "E": "S", "S": "W", "W": "N"}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left_turns = {"N": "W", "W": "S", "S": "E", "E": "N"}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if right_turns[current_heading] == needed_direction: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return "right"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elif left_turns[current_heading] == needed_direction: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return "left"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else: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return "around"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This encodes the turn table from the previous slide!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Walking Through a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Path: [(0,0), (1,0), (2,0), (2,1), (2,2)]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Starting heading: North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39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914"/>
                <a:gridCol w="1436914"/>
                <a:gridCol w="1436914"/>
                <a:gridCol w="1436914"/>
                <a:gridCol w="1436914"/>
                <a:gridCol w="1436914"/>
                <a:gridCol w="1436914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From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Heading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Turn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 Heading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180°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South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(1,0)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(2,0)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South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South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South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(2,1)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(2,2)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Notice: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Step 1 requires a 180° turn (facing wrong way)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Step 2 requires no turn (already facing right direction)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Step 3 requires a left turn (changing from rows to columns)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Step 4 requires no turn (continuing same direction)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Updating Heading After Turning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After each turn, the heading changes: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320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After turning right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if turn == "right":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right_turns = {"N": "E", "E": "S", "S": "W", "W": "N"}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heading = right_turns[heading]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After turning left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elif turn == "left":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left_turns = {"N": "W", "W": "S", "S": "E", "E": "N"}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heading = left_turns[heading]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After turning around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elif turn == "around":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around = {"N": "S", "S": "N", "E": "W", "W": "E"}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heading = around[heading]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Critical: If you forget to update heading, subsequent turns will be wrong!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 Work Through Turning Logic on Paper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Path 1: [(0,0), (0,1), (0,2), (1,2), (2,2)], starting heading: East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What turns are needed at each step?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What is the heading after each step?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Path 2: [(2,3), (1,3), (0,3), (0,2), (0,1), (0,0)], starting heading: South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This path goes up and then left — multiple direction changes!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Path 3: [(1,1), (1,2), (1,3), (2,3), (3,3)], starting heading: North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What's the first turn needed?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Can you determine direction from two coordinates?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Can you look up the correct turn in the turn table?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 you update the heading after each turn?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Understood heading as a direction concept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Determined direction from coordinate differences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Used a turn table to find the right turn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Walked through complete paths updating heading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8):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Implement the Navigator class in Python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Code drive_path() that turns and drives for each step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Connect the turning logic to actual robot movement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The hard part is the LOGIC, not the code. You solved the logic today — tomorrow you'll just translate it into Python.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