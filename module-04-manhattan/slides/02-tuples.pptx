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4: Manhattan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Tuples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Create tuples to represent coordinate pairs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Access tuple elements using indexing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Understand why tuples are immutable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Use tuples to store robot positions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What is a tuple?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Creating and indexing tuples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Tuples for coordinates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Practice exercises (15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Packaging Two Numbers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Problem: We need to store a position as TWO numbers (row and col).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Awkward approach: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Better approach: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Question: "How can we store two related numbers as a single value?"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row = 2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col = 3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Now we have two separate variables for one position...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What if we have 10 positions? That's 20 variables!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6888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position = (2, 3)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One variable, one position — clean!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a Tuple?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Tuple: An ordered, immutable collection of values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Creating a tuple: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66928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position = (2, 3)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point = (0, 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destination = (3,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 features: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Uses parentheses: ( 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Values separated by commas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Can hold any number of values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Values are ordered (first, second, third...)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Pronunciation: "tuh-pull" or "too-pull" — both are correct!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Accessing Tuple Elements — Indexing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Use square brackets with an index number: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1874519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0704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position = (2, 3)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row = position[0]    # First element → 2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col = position[1]    # Second element → 3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print("Row:", row)   # Row: 2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print("Col:", col)   # Col: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7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Index starts at 0: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3383279"/>
          <a:ext cx="10058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Index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[0]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Row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[1]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6634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Critical Rule: Indexing starts at 0, not 1!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Tuples Are Immutable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Immutable = cannot be changed after creation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Why is this good for coordinates?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A coordinate IS a fixed point — (2, 3) is always row 2, col 3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If you need a new position, create a new tuple: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Analogy: A street address doesn't change. "123 Main St" is always the same place. If you move, you get a NEW address.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530352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position = (2, 3)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position[0] = 5      # ERROR! Can't modify a tuple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30352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8346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old_position = (2, 3)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new_position = (2, 4)   # New tuple, one column to the right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Tuples for Robot Coordinates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Storing the robot's position: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Output: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Comparing coordinates: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30352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start = (0, 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destination = (2, 3)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print("Start:", start)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print("Going to:", destination)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print("Start row:", start[0], "Start col:", start[1])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68880"/>
            <a:ext cx="530352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Start: (0, 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Going to: (2, 3)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Start row: 0 Start col: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51960"/>
            <a:ext cx="1097280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current = (1, 2)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target = (1, 2)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print(current == target)   # True — same position!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other = (2, 1)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print(current == other)    # False — different positions!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Tuple Math — Calculating 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How far apart are two coordinates?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2331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07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start = (0, 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destination = (2, 3)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row_distance = destination[0] - start[0]   # 2 - 0 = 2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col_distance = destination[1] - start[1]   # 3 - 0 = 3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print("Rows to travel:", row_distance)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print("Cols to travel:", col_distance)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print("Total steps:", row_distance + col_distance)  #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This is the Manhattan distance!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Row difference + column difference = total intersections to cross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Named after Manhattan's grid street layout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Common Tuple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Mistake 1: Forgetting parentheses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Mistake 2: Wrong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Mistake 3: Trying to modify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Remember: [0] = row, [1] = column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30352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position = 2, 3       # Actually still creates a tuple! But not clear.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position = (2, 3)     # Better — explicit parentheses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68880"/>
            <a:ext cx="530352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position = (2, 3)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row = position[1]     # WRONG — this is the column (3), not the row!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row = position[0]     # CORRECT — row is at index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66160"/>
            <a:ext cx="1097280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position = (2, 3)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position[0] = 5       # TypeError! Tuples are immutable.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Activity: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Open Python and create these tuples: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home = (0, 0)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school = (3, 2)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store = (1, 4)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Print each position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Print the row and column of each separately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Calculate the Manhattan distance between home and school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Calculate the Manhattan distance between home and store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Challenge: Which destination is closer to home (fewer total steps)?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Can you create a tuple?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Can you access [0] and [1]?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Can you calculate row and column distances?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 did today: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Created tuples to store coordinates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Accessed elements with [0] and [1]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Calculated distances between positions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Next lesson (Lesson 3):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Learn about lists — ordered collections that CAN change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Store multiple coordinates as a path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Build a list of tuples: [(0,0), (1,0), (2,0), (2,1)]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connection: A tuple is ONE position. A list of tuples is a PATH.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